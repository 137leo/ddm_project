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328" r:id="rId5"/>
    <p:sldId id="317" r:id="rId6"/>
    <p:sldId id="320" r:id="rId7"/>
    <p:sldId id="318" r:id="rId8"/>
    <p:sldId id="319" r:id="rId9"/>
    <p:sldId id="332" r:id="rId10"/>
    <p:sldId id="333" r:id="rId11"/>
    <p:sldId id="321" r:id="rId12"/>
    <p:sldId id="322" r:id="rId13"/>
    <p:sldId id="323" r:id="rId14"/>
    <p:sldId id="329" r:id="rId15"/>
    <p:sldId id="330" r:id="rId16"/>
    <p:sldId id="331" r:id="rId17"/>
    <p:sldId id="327" r:id="rId18"/>
    <p:sldId id="335" r:id="rId19"/>
    <p:sldId id="336" r:id="rId20"/>
    <p:sldId id="338" r:id="rId21"/>
    <p:sldId id="326" r:id="rId22"/>
    <p:sldId id="340" r:id="rId23"/>
    <p:sldId id="339" r:id="rId2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8F0221-788E-4A68-AF1D-F80C3BA220E8}" v="2170" dt="2026-07-20T20:05:33.093"/>
    <p1510:client id="{C2D5BD94-FC3C-103E-8404-FBB7B2BA7127}" v="128" dt="2026-07-20T17:55:41.496"/>
    <p1510:client id="{CFE57941-8AAF-4E4B-B587-CFDF98E4222B}" v="345" dt="2026-07-20T19:00:14.8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 Simon Bonitz (lbonitz)" userId="8906b7d1-67d2-4795-a490-50fa118293f8" providerId="ADAL" clId="{319CEF08-7AD5-4D86-9C07-E0EB4D5D7F66}"/>
    <pc:docChg chg="undo redo custSel addSld delSld modSld sldOrd">
      <pc:chgData name="Leo Simon Bonitz (lbonitz)" userId="8906b7d1-67d2-4795-a490-50fa118293f8" providerId="ADAL" clId="{319CEF08-7AD5-4D86-9C07-E0EB4D5D7F66}" dt="2026-07-20T20:05:17.393" v="6027" actId="20577"/>
      <pc:docMkLst>
        <pc:docMk/>
      </pc:docMkLst>
      <pc:sldChg chg="addSp delSp modSp mod">
        <pc:chgData name="Leo Simon Bonitz (lbonitz)" userId="8906b7d1-67d2-4795-a490-50fa118293f8" providerId="ADAL" clId="{319CEF08-7AD5-4D86-9C07-E0EB4D5D7F66}" dt="2026-07-20T13:36:48.890" v="4228" actId="20577"/>
        <pc:sldMkLst>
          <pc:docMk/>
          <pc:sldMk cId="4126164480" sldId="317"/>
        </pc:sldMkLst>
        <pc:spChg chg="del mod">
          <ac:chgData name="Leo Simon Bonitz (lbonitz)" userId="8906b7d1-67d2-4795-a490-50fa118293f8" providerId="ADAL" clId="{319CEF08-7AD5-4D86-9C07-E0EB4D5D7F66}" dt="2026-07-19T10:59:23.980" v="1645" actId="478"/>
          <ac:spMkLst>
            <pc:docMk/>
            <pc:sldMk cId="4126164480" sldId="317"/>
            <ac:spMk id="2" creationId="{858C575B-AC4B-01F5-24C3-65CF9A4B3618}"/>
          </ac:spMkLst>
        </pc:spChg>
        <pc:spChg chg="add mod">
          <ac:chgData name="Leo Simon Bonitz (lbonitz)" userId="8906b7d1-67d2-4795-a490-50fa118293f8" providerId="ADAL" clId="{319CEF08-7AD5-4D86-9C07-E0EB4D5D7F66}" dt="2026-07-20T13:36:43.625" v="4205"/>
          <ac:spMkLst>
            <pc:docMk/>
            <pc:sldMk cId="4126164480" sldId="317"/>
            <ac:spMk id="2" creationId="{DAF113CF-B7B3-DDBB-2A49-1BA3E0BDB885}"/>
          </ac:spMkLst>
        </pc:spChg>
        <pc:spChg chg="mod">
          <ac:chgData name="Leo Simon Bonitz (lbonitz)" userId="8906b7d1-67d2-4795-a490-50fa118293f8" providerId="ADAL" clId="{319CEF08-7AD5-4D86-9C07-E0EB4D5D7F66}" dt="2026-07-20T13:36:48.890" v="4228" actId="20577"/>
          <ac:spMkLst>
            <pc:docMk/>
            <pc:sldMk cId="4126164480" sldId="317"/>
            <ac:spMk id="3" creationId="{FDD134BF-FCED-778F-9017-FEECD9DA2F53}"/>
          </ac:spMkLst>
        </pc:spChg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4126164480" sldId="317"/>
            <ac:spMk id="4" creationId="{1511D29E-8432-47CD-5EC2-5A3221A20541}"/>
          </ac:spMkLst>
        </pc:spChg>
        <pc:spChg chg="mod">
          <ac:chgData name="Leo Simon Bonitz (lbonitz)" userId="8906b7d1-67d2-4795-a490-50fa118293f8" providerId="ADAL" clId="{319CEF08-7AD5-4D86-9C07-E0EB4D5D7F66}" dt="2026-07-19T11:01:08.084" v="1672" actId="20577"/>
          <ac:spMkLst>
            <pc:docMk/>
            <pc:sldMk cId="4126164480" sldId="317"/>
            <ac:spMk id="5" creationId="{9764E9DC-315E-4A51-B824-9485DC455D4F}"/>
          </ac:spMkLst>
        </pc:spChg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4126164480" sldId="317"/>
            <ac:spMk id="6" creationId="{54ABB8C9-BA86-3717-1B86-42EBD05EE62C}"/>
          </ac:spMkLst>
        </pc:spChg>
        <pc:spChg chg="add del mod">
          <ac:chgData name="Leo Simon Bonitz (lbonitz)" userId="8906b7d1-67d2-4795-a490-50fa118293f8" providerId="ADAL" clId="{319CEF08-7AD5-4D86-9C07-E0EB4D5D7F66}" dt="2026-07-19T10:59:26.262" v="1646" actId="478"/>
          <ac:spMkLst>
            <pc:docMk/>
            <pc:sldMk cId="4126164480" sldId="317"/>
            <ac:spMk id="8" creationId="{10D50D73-E9E8-CC85-14E5-1F71CE574971}"/>
          </ac:spMkLst>
        </pc:spChg>
        <pc:spChg chg="add mod">
          <ac:chgData name="Leo Simon Bonitz (lbonitz)" userId="8906b7d1-67d2-4795-a490-50fa118293f8" providerId="ADAL" clId="{319CEF08-7AD5-4D86-9C07-E0EB4D5D7F66}" dt="2026-07-19T10:59:58.322" v="1667" actId="14100"/>
          <ac:spMkLst>
            <pc:docMk/>
            <pc:sldMk cId="4126164480" sldId="317"/>
            <ac:spMk id="10" creationId="{D5537AFD-09F0-104A-3870-65B1082C2F39}"/>
          </ac:spMkLst>
        </pc:spChg>
        <pc:spChg chg="add del">
          <ac:chgData name="Leo Simon Bonitz (lbonitz)" userId="8906b7d1-67d2-4795-a490-50fa118293f8" providerId="ADAL" clId="{319CEF08-7AD5-4D86-9C07-E0EB4D5D7F66}" dt="2026-07-19T10:59:33.010" v="1649" actId="22"/>
          <ac:spMkLst>
            <pc:docMk/>
            <pc:sldMk cId="4126164480" sldId="317"/>
            <ac:spMk id="12" creationId="{57F4D5F6-36E3-A6F5-0EE3-3AC81C93F621}"/>
          </ac:spMkLst>
        </pc:spChg>
        <pc:spChg chg="add mod">
          <ac:chgData name="Leo Simon Bonitz (lbonitz)" userId="8906b7d1-67d2-4795-a490-50fa118293f8" providerId="ADAL" clId="{319CEF08-7AD5-4D86-9C07-E0EB4D5D7F66}" dt="2026-07-19T13:24:58.133" v="2170" actId="2711"/>
          <ac:spMkLst>
            <pc:docMk/>
            <pc:sldMk cId="4126164480" sldId="317"/>
            <ac:spMk id="13" creationId="{BDCCF8D3-2699-FAC8-804B-3CDA5B95D79F}"/>
          </ac:spMkLst>
        </pc:spChg>
        <pc:spChg chg="add">
          <ac:chgData name="Leo Simon Bonitz (lbonitz)" userId="8906b7d1-67d2-4795-a490-50fa118293f8" providerId="ADAL" clId="{319CEF08-7AD5-4D86-9C07-E0EB4D5D7F66}" dt="2026-07-19T10:59:42.138" v="1651" actId="22"/>
          <ac:spMkLst>
            <pc:docMk/>
            <pc:sldMk cId="4126164480" sldId="317"/>
            <ac:spMk id="15" creationId="{9DFB40E4-7159-47A7-45E0-00A4C30BA3A1}"/>
          </ac:spMkLst>
        </pc:spChg>
      </pc:sldChg>
      <pc:sldChg chg="addSp delSp modSp mod">
        <pc:chgData name="Leo Simon Bonitz (lbonitz)" userId="8906b7d1-67d2-4795-a490-50fa118293f8" providerId="ADAL" clId="{319CEF08-7AD5-4D86-9C07-E0EB4D5D7F66}" dt="2026-07-19T13:28:22.061" v="2199" actId="1036"/>
        <pc:sldMkLst>
          <pc:docMk/>
          <pc:sldMk cId="1805622899" sldId="318"/>
        </pc:sldMkLst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1805622899" sldId="318"/>
            <ac:spMk id="4" creationId="{BB0C8D14-0CB8-B9EC-D3B5-934CE07B3039}"/>
          </ac:spMkLst>
        </pc:spChg>
        <pc:spChg chg="mod">
          <ac:chgData name="Leo Simon Bonitz (lbonitz)" userId="8906b7d1-67d2-4795-a490-50fa118293f8" providerId="ADAL" clId="{319CEF08-7AD5-4D86-9C07-E0EB4D5D7F66}" dt="2026-07-19T11:01:18.540" v="1680" actId="20577"/>
          <ac:spMkLst>
            <pc:docMk/>
            <pc:sldMk cId="1805622899" sldId="318"/>
            <ac:spMk id="5" creationId="{6D4EEE82-3148-77F0-36B7-4E564CC426C4}"/>
          </ac:spMkLst>
        </pc:spChg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1805622899" sldId="318"/>
            <ac:spMk id="6" creationId="{35D780B8-03A9-F10B-C758-1E54E562E16B}"/>
          </ac:spMkLst>
        </pc:spChg>
        <pc:spChg chg="mod">
          <ac:chgData name="Leo Simon Bonitz (lbonitz)" userId="8906b7d1-67d2-4795-a490-50fa118293f8" providerId="ADAL" clId="{319CEF08-7AD5-4D86-9C07-E0EB4D5D7F66}" dt="2026-07-16T20:03:13.404" v="511" actId="14100"/>
          <ac:spMkLst>
            <pc:docMk/>
            <pc:sldMk cId="1805622899" sldId="318"/>
            <ac:spMk id="8" creationId="{D37B7DEA-329D-E3E1-8BA0-6FB0B657282A}"/>
          </ac:spMkLst>
        </pc:spChg>
        <pc:spChg chg="mod">
          <ac:chgData name="Leo Simon Bonitz (lbonitz)" userId="8906b7d1-67d2-4795-a490-50fa118293f8" providerId="ADAL" clId="{319CEF08-7AD5-4D86-9C07-E0EB4D5D7F66}" dt="2026-07-17T18:41:12.086" v="1039" actId="207"/>
          <ac:spMkLst>
            <pc:docMk/>
            <pc:sldMk cId="1805622899" sldId="318"/>
            <ac:spMk id="10" creationId="{01916ABA-36A9-0D1A-9CD1-D002FDC3EF2B}"/>
          </ac:spMkLst>
        </pc:spChg>
        <pc:spChg chg="mod">
          <ac:chgData name="Leo Simon Bonitz (lbonitz)" userId="8906b7d1-67d2-4795-a490-50fa118293f8" providerId="ADAL" clId="{319CEF08-7AD5-4D86-9C07-E0EB4D5D7F66}" dt="2026-07-16T20:03:13.404" v="511" actId="14100"/>
          <ac:spMkLst>
            <pc:docMk/>
            <pc:sldMk cId="1805622899" sldId="318"/>
            <ac:spMk id="12" creationId="{E8D9B845-AE0C-0472-ACA4-03E1321EDEA7}"/>
          </ac:spMkLst>
        </pc:spChg>
        <pc:spChg chg="mod">
          <ac:chgData name="Leo Simon Bonitz (lbonitz)" userId="8906b7d1-67d2-4795-a490-50fa118293f8" providerId="ADAL" clId="{319CEF08-7AD5-4D86-9C07-E0EB4D5D7F66}" dt="2026-07-19T13:28:22.061" v="2199" actId="1036"/>
          <ac:spMkLst>
            <pc:docMk/>
            <pc:sldMk cId="1805622899" sldId="318"/>
            <ac:spMk id="14" creationId="{FE6C0E2B-9E52-0810-B4F5-756465DFB649}"/>
          </ac:spMkLst>
        </pc:spChg>
        <pc:spChg chg="add mod">
          <ac:chgData name="Leo Simon Bonitz (lbonitz)" userId="8906b7d1-67d2-4795-a490-50fa118293f8" providerId="ADAL" clId="{319CEF08-7AD5-4D86-9C07-E0EB4D5D7F66}" dt="2026-07-18T16:05:17.132" v="1559"/>
          <ac:spMkLst>
            <pc:docMk/>
            <pc:sldMk cId="1805622899" sldId="318"/>
            <ac:spMk id="15" creationId="{DF99E0E0-AAED-BCED-D60E-55E55E991619}"/>
          </ac:spMkLst>
        </pc:spChg>
        <pc:spChg chg="mod">
          <ac:chgData name="Leo Simon Bonitz (lbonitz)" userId="8906b7d1-67d2-4795-a490-50fa118293f8" providerId="ADAL" clId="{319CEF08-7AD5-4D86-9C07-E0EB4D5D7F66}" dt="2026-07-17T18:41:30.566" v="1055"/>
          <ac:spMkLst>
            <pc:docMk/>
            <pc:sldMk cId="1805622899" sldId="318"/>
            <ac:spMk id="16" creationId="{B34ADA78-698A-F5D7-FFE9-93ED8355CFF5}"/>
          </ac:spMkLst>
        </pc:spChg>
        <pc:spChg chg="add mod">
          <ac:chgData name="Leo Simon Bonitz (lbonitz)" userId="8906b7d1-67d2-4795-a490-50fa118293f8" providerId="ADAL" clId="{319CEF08-7AD5-4D86-9C07-E0EB4D5D7F66}" dt="2026-07-19T13:24:36.404" v="2167" actId="2711"/>
          <ac:spMkLst>
            <pc:docMk/>
            <pc:sldMk cId="1805622899" sldId="318"/>
            <ac:spMk id="17" creationId="{5D902E4F-4620-583A-B9DF-838CE5B0B0D0}"/>
          </ac:spMkLst>
        </pc:spChg>
        <pc:spChg chg="mod">
          <ac:chgData name="Leo Simon Bonitz (lbonitz)" userId="8906b7d1-67d2-4795-a490-50fa118293f8" providerId="ADAL" clId="{319CEF08-7AD5-4D86-9C07-E0EB4D5D7F66}" dt="2026-07-16T20:03:24.761" v="514" actId="1076"/>
          <ac:spMkLst>
            <pc:docMk/>
            <pc:sldMk cId="1805622899" sldId="318"/>
            <ac:spMk id="18" creationId="{E2E7C93E-D181-CC62-48B0-340AF9692257}"/>
          </ac:spMkLst>
        </pc:spChg>
        <pc:spChg chg="add mod">
          <ac:chgData name="Leo Simon Bonitz (lbonitz)" userId="8906b7d1-67d2-4795-a490-50fa118293f8" providerId="ADAL" clId="{319CEF08-7AD5-4D86-9C07-E0EB4D5D7F66}" dt="2026-07-18T16:06:12.534" v="1635" actId="207"/>
          <ac:spMkLst>
            <pc:docMk/>
            <pc:sldMk cId="1805622899" sldId="318"/>
            <ac:spMk id="19" creationId="{42BC7CC2-2538-0C66-3EB4-26C47D678398}"/>
          </ac:spMkLst>
        </pc:spChg>
        <pc:spChg chg="mod">
          <ac:chgData name="Leo Simon Bonitz (lbonitz)" userId="8906b7d1-67d2-4795-a490-50fa118293f8" providerId="ADAL" clId="{319CEF08-7AD5-4D86-9C07-E0EB4D5D7F66}" dt="2026-07-17T18:41:17.236" v="1040" actId="207"/>
          <ac:spMkLst>
            <pc:docMk/>
            <pc:sldMk cId="1805622899" sldId="318"/>
            <ac:spMk id="20" creationId="{EB585579-5FD0-8515-F8BE-A7ACFB7375EB}"/>
          </ac:spMkLst>
        </pc:spChg>
        <pc:spChg chg="mod">
          <ac:chgData name="Leo Simon Bonitz (lbonitz)" userId="8906b7d1-67d2-4795-a490-50fa118293f8" providerId="ADAL" clId="{319CEF08-7AD5-4D86-9C07-E0EB4D5D7F66}" dt="2026-07-16T20:03:24.761" v="514" actId="1076"/>
          <ac:spMkLst>
            <pc:docMk/>
            <pc:sldMk cId="1805622899" sldId="318"/>
            <ac:spMk id="22" creationId="{1B300C66-FE6F-2CE8-51DF-C1DDACDDED83}"/>
          </ac:spMkLst>
        </pc:spChg>
        <pc:spChg chg="mod">
          <ac:chgData name="Leo Simon Bonitz (lbonitz)" userId="8906b7d1-67d2-4795-a490-50fa118293f8" providerId="ADAL" clId="{319CEF08-7AD5-4D86-9C07-E0EB4D5D7F66}" dt="2026-07-19T13:28:15.294" v="2195" actId="403"/>
          <ac:spMkLst>
            <pc:docMk/>
            <pc:sldMk cId="1805622899" sldId="318"/>
            <ac:spMk id="24" creationId="{C2B545EA-E1AC-6BFD-392F-17153D3132BA}"/>
          </ac:spMkLst>
        </pc:spChg>
        <pc:spChg chg="mod">
          <ac:chgData name="Leo Simon Bonitz (lbonitz)" userId="8906b7d1-67d2-4795-a490-50fa118293f8" providerId="ADAL" clId="{319CEF08-7AD5-4D86-9C07-E0EB4D5D7F66}" dt="2026-07-17T18:41:42.186" v="1060" actId="1036"/>
          <ac:spMkLst>
            <pc:docMk/>
            <pc:sldMk cId="1805622899" sldId="318"/>
            <ac:spMk id="26" creationId="{DF1A70AD-18A6-18DC-27B3-906C1C3106A3}"/>
          </ac:spMkLst>
        </pc:spChg>
      </pc:sldChg>
      <pc:sldChg chg="addSp delSp modSp mod ord modNotesTx">
        <pc:chgData name="Leo Simon Bonitz (lbonitz)" userId="8906b7d1-67d2-4795-a490-50fa118293f8" providerId="ADAL" clId="{319CEF08-7AD5-4D86-9C07-E0EB4D5D7F66}" dt="2026-07-20T19:16:33.051" v="5378" actId="20577"/>
        <pc:sldMkLst>
          <pc:docMk/>
          <pc:sldMk cId="3799032642" sldId="319"/>
        </pc:sldMkLst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3799032642" sldId="319"/>
            <ac:spMk id="4" creationId="{DB537291-DC59-5F62-A027-AD720418C6C2}"/>
          </ac:spMkLst>
        </pc:spChg>
        <pc:spChg chg="mod">
          <ac:chgData name="Leo Simon Bonitz (lbonitz)" userId="8906b7d1-67d2-4795-a490-50fa118293f8" providerId="ADAL" clId="{319CEF08-7AD5-4D86-9C07-E0EB4D5D7F66}" dt="2026-07-19T11:01:23.251" v="1684" actId="20577"/>
          <ac:spMkLst>
            <pc:docMk/>
            <pc:sldMk cId="3799032642" sldId="319"/>
            <ac:spMk id="5" creationId="{3476F388-8ACE-B586-B3CF-7583F603622B}"/>
          </ac:spMkLst>
        </pc:spChg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3799032642" sldId="319"/>
            <ac:spMk id="6" creationId="{EB694FDF-82D4-D285-A7D1-FF497434D13C}"/>
          </ac:spMkLst>
        </pc:spChg>
        <pc:spChg chg="add mod">
          <ac:chgData name="Leo Simon Bonitz (lbonitz)" userId="8906b7d1-67d2-4795-a490-50fa118293f8" providerId="ADAL" clId="{319CEF08-7AD5-4D86-9C07-E0EB4D5D7F66}" dt="2026-07-17T19:43:32.953" v="1546" actId="208"/>
          <ac:spMkLst>
            <pc:docMk/>
            <pc:sldMk cId="3799032642" sldId="319"/>
            <ac:spMk id="12" creationId="{104CAB35-CFFE-4E5D-A220-47BE4106D1E5}"/>
          </ac:spMkLst>
        </pc:spChg>
        <pc:spChg chg="add mod">
          <ac:chgData name="Leo Simon Bonitz (lbonitz)" userId="8906b7d1-67d2-4795-a490-50fa118293f8" providerId="ADAL" clId="{319CEF08-7AD5-4D86-9C07-E0EB4D5D7F66}" dt="2026-07-17T18:47:46.903" v="1159" actId="207"/>
          <ac:spMkLst>
            <pc:docMk/>
            <pc:sldMk cId="3799032642" sldId="319"/>
            <ac:spMk id="13" creationId="{EB8967A4-6050-D793-E522-1DE19737B833}"/>
          </ac:spMkLst>
        </pc:spChg>
        <pc:spChg chg="add mod">
          <ac:chgData name="Leo Simon Bonitz (lbonitz)" userId="8906b7d1-67d2-4795-a490-50fa118293f8" providerId="ADAL" clId="{319CEF08-7AD5-4D86-9C07-E0EB4D5D7F66}" dt="2026-07-17T18:48:02.822" v="1160" actId="207"/>
          <ac:spMkLst>
            <pc:docMk/>
            <pc:sldMk cId="3799032642" sldId="319"/>
            <ac:spMk id="14" creationId="{282F1B65-B1B4-94DD-E17B-3E6B791C4DE6}"/>
          </ac:spMkLst>
        </pc:spChg>
      </pc:sldChg>
      <pc:sldChg chg="addSp delSp modSp mod modNotesTx">
        <pc:chgData name="Leo Simon Bonitz (lbonitz)" userId="8906b7d1-67d2-4795-a490-50fa118293f8" providerId="ADAL" clId="{319CEF08-7AD5-4D86-9C07-E0EB4D5D7F66}" dt="2026-07-20T19:16:14.894" v="5353" actId="6549"/>
        <pc:sldMkLst>
          <pc:docMk/>
          <pc:sldMk cId="634832321" sldId="320"/>
        </pc:sldMkLst>
        <pc:spChg chg="add del mod">
          <ac:chgData name="Leo Simon Bonitz (lbonitz)" userId="8906b7d1-67d2-4795-a490-50fa118293f8" providerId="ADAL" clId="{319CEF08-7AD5-4D86-9C07-E0EB4D5D7F66}" dt="2026-07-20T14:35:05.207" v="4627" actId="20577"/>
          <ac:spMkLst>
            <pc:docMk/>
            <pc:sldMk cId="634832321" sldId="320"/>
            <ac:spMk id="3" creationId="{DAF113CF-B7B3-DDBB-2A49-1BA3E0BDB885}"/>
          </ac:spMkLst>
        </pc:spChg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634832321" sldId="320"/>
            <ac:spMk id="4" creationId="{9D2F9166-349F-1280-DB89-42AEFC44AF57}"/>
          </ac:spMkLst>
        </pc:spChg>
        <pc:spChg chg="mod">
          <ac:chgData name="Leo Simon Bonitz (lbonitz)" userId="8906b7d1-67d2-4795-a490-50fa118293f8" providerId="ADAL" clId="{319CEF08-7AD5-4D86-9C07-E0EB4D5D7F66}" dt="2026-07-19T11:01:13.483" v="1676" actId="20577"/>
          <ac:spMkLst>
            <pc:docMk/>
            <pc:sldMk cId="634832321" sldId="320"/>
            <ac:spMk id="5" creationId="{7B4D8DED-A770-AE44-F291-5F1D69540A10}"/>
          </ac:spMkLst>
        </pc:spChg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634832321" sldId="320"/>
            <ac:spMk id="6" creationId="{B8CD7DD6-F6D7-38BB-068C-073D5778D490}"/>
          </ac:spMkLst>
        </pc:spChg>
        <pc:spChg chg="add del mod">
          <ac:chgData name="Leo Simon Bonitz (lbonitz)" userId="8906b7d1-67d2-4795-a490-50fa118293f8" providerId="ADAL" clId="{319CEF08-7AD5-4D86-9C07-E0EB4D5D7F66}" dt="2026-07-20T13:24:00.089" v="4055" actId="21"/>
          <ac:spMkLst>
            <pc:docMk/>
            <pc:sldMk cId="634832321" sldId="320"/>
            <ac:spMk id="7" creationId="{060EFAA1-EC8B-E030-F1B4-CC5D1AAA1CC2}"/>
          </ac:spMkLst>
        </pc:spChg>
        <pc:spChg chg="add mod">
          <ac:chgData name="Leo Simon Bonitz (lbonitz)" userId="8906b7d1-67d2-4795-a490-50fa118293f8" providerId="ADAL" clId="{319CEF08-7AD5-4D86-9C07-E0EB4D5D7F66}" dt="2026-07-18T16:05:57.479" v="1618"/>
          <ac:spMkLst>
            <pc:docMk/>
            <pc:sldMk cId="634832321" sldId="320"/>
            <ac:spMk id="12" creationId="{5408BF9A-1944-76D4-1245-78E46164896A}"/>
          </ac:spMkLst>
        </pc:spChg>
        <pc:spChg chg="add mod">
          <ac:chgData name="Leo Simon Bonitz (lbonitz)" userId="8906b7d1-67d2-4795-a490-50fa118293f8" providerId="ADAL" clId="{319CEF08-7AD5-4D86-9C07-E0EB4D5D7F66}" dt="2026-07-19T13:24:45.307" v="2168" actId="2711"/>
          <ac:spMkLst>
            <pc:docMk/>
            <pc:sldMk cId="634832321" sldId="320"/>
            <ac:spMk id="13" creationId="{588690A5-B698-299C-E418-888DC29C3DF4}"/>
          </ac:spMkLst>
        </pc:spChg>
        <pc:spChg chg="add mod">
          <ac:chgData name="Leo Simon Bonitz (lbonitz)" userId="8906b7d1-67d2-4795-a490-50fa118293f8" providerId="ADAL" clId="{319CEF08-7AD5-4D86-9C07-E0EB4D5D7F66}" dt="2026-07-18T16:06:09.383" v="1634" actId="207"/>
          <ac:spMkLst>
            <pc:docMk/>
            <pc:sldMk cId="634832321" sldId="320"/>
            <ac:spMk id="14" creationId="{3D05833B-7274-B308-6666-F9BFAF07364F}"/>
          </ac:spMkLst>
        </pc:spChg>
      </pc:sldChg>
      <pc:sldChg chg="addSp delSp modSp mod modNotesTx">
        <pc:chgData name="Leo Simon Bonitz (lbonitz)" userId="8906b7d1-67d2-4795-a490-50fa118293f8" providerId="ADAL" clId="{319CEF08-7AD5-4D86-9C07-E0EB4D5D7F66}" dt="2026-07-20T18:53:53.162" v="4795" actId="20577"/>
        <pc:sldMkLst>
          <pc:docMk/>
          <pc:sldMk cId="2993954898" sldId="321"/>
        </pc:sldMkLst>
        <pc:spChg chg="add mod">
          <ac:chgData name="Leo Simon Bonitz (lbonitz)" userId="8906b7d1-67d2-4795-a490-50fa118293f8" providerId="ADAL" clId="{319CEF08-7AD5-4D86-9C07-E0EB4D5D7F66}" dt="2026-07-19T12:23:03.646" v="1937" actId="113"/>
          <ac:spMkLst>
            <pc:docMk/>
            <pc:sldMk cId="2993954898" sldId="321"/>
            <ac:spMk id="2" creationId="{929CD487-9029-EAD4-53FB-FBFB36B272E1}"/>
          </ac:spMkLst>
        </pc:spChg>
        <pc:spChg chg="mod">
          <ac:chgData name="Leo Simon Bonitz (lbonitz)" userId="8906b7d1-67d2-4795-a490-50fa118293f8" providerId="ADAL" clId="{319CEF08-7AD5-4D86-9C07-E0EB4D5D7F66}" dt="2026-07-19T13:30:24.704" v="2236" actId="2711"/>
          <ac:spMkLst>
            <pc:docMk/>
            <pc:sldMk cId="2993954898" sldId="321"/>
            <ac:spMk id="3" creationId="{F3049C6E-7079-34F1-2FF6-D7C2C8FAC1AC}"/>
          </ac:spMkLst>
        </pc:spChg>
        <pc:spChg chg="mod">
          <ac:chgData name="Leo Simon Bonitz (lbonitz)" userId="8906b7d1-67d2-4795-a490-50fa118293f8" providerId="ADAL" clId="{319CEF08-7AD5-4D86-9C07-E0EB4D5D7F66}" dt="2026-07-19T13:33:41.812" v="2240" actId="404"/>
          <ac:spMkLst>
            <pc:docMk/>
            <pc:sldMk cId="2993954898" sldId="321"/>
            <ac:spMk id="4" creationId="{858065CD-423C-C891-A3AE-48F653BEFF62}"/>
          </ac:spMkLst>
        </pc:spChg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2993954898" sldId="321"/>
            <ac:spMk id="5" creationId="{F0169D84-0782-BA32-0B73-049FDC72A24E}"/>
          </ac:spMkLst>
        </pc:spChg>
        <pc:spChg chg="mod">
          <ac:chgData name="Leo Simon Bonitz (lbonitz)" userId="8906b7d1-67d2-4795-a490-50fa118293f8" providerId="ADAL" clId="{319CEF08-7AD5-4D86-9C07-E0EB4D5D7F66}" dt="2026-07-19T11:01:36.500" v="1696" actId="20577"/>
          <ac:spMkLst>
            <pc:docMk/>
            <pc:sldMk cId="2993954898" sldId="321"/>
            <ac:spMk id="6" creationId="{D6719971-62AF-9A00-AD98-2698BCAFEBE3}"/>
          </ac:spMkLst>
        </pc:spChg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2993954898" sldId="321"/>
            <ac:spMk id="7" creationId="{6BFBF2F9-D471-8D5D-1F80-C68980C3E5AB}"/>
          </ac:spMkLst>
        </pc:spChg>
        <pc:spChg chg="add mod ord">
          <ac:chgData name="Leo Simon Bonitz (lbonitz)" userId="8906b7d1-67d2-4795-a490-50fa118293f8" providerId="ADAL" clId="{319CEF08-7AD5-4D86-9C07-E0EB4D5D7F66}" dt="2026-07-16T20:06:11.567" v="610" actId="14100"/>
          <ac:spMkLst>
            <pc:docMk/>
            <pc:sldMk cId="2993954898" sldId="321"/>
            <ac:spMk id="9" creationId="{BCBD67F0-B789-BB9A-AC9A-D9820BEB360A}"/>
          </ac:spMkLst>
        </pc:spChg>
        <pc:spChg chg="add mod">
          <ac:chgData name="Leo Simon Bonitz (lbonitz)" userId="8906b7d1-67d2-4795-a490-50fa118293f8" providerId="ADAL" clId="{319CEF08-7AD5-4D86-9C07-E0EB4D5D7F66}" dt="2026-07-19T12:23:24.940" v="1949" actId="20577"/>
          <ac:spMkLst>
            <pc:docMk/>
            <pc:sldMk cId="2993954898" sldId="321"/>
            <ac:spMk id="10" creationId="{81ADA416-65C2-13ED-2359-F71826725B29}"/>
          </ac:spMkLst>
        </pc:spChg>
        <pc:spChg chg="add mod ord">
          <ac:chgData name="Leo Simon Bonitz (lbonitz)" userId="8906b7d1-67d2-4795-a490-50fa118293f8" providerId="ADAL" clId="{319CEF08-7AD5-4D86-9C07-E0EB4D5D7F66}" dt="2026-07-17T18:40:33.350" v="1037" actId="207"/>
          <ac:spMkLst>
            <pc:docMk/>
            <pc:sldMk cId="2993954898" sldId="321"/>
            <ac:spMk id="11" creationId="{958C9A7B-9033-485A-F1DB-95BE47A284A5}"/>
          </ac:spMkLst>
        </pc:spChg>
        <pc:spChg chg="add mod">
          <ac:chgData name="Leo Simon Bonitz (lbonitz)" userId="8906b7d1-67d2-4795-a490-50fa118293f8" providerId="ADAL" clId="{319CEF08-7AD5-4D86-9C07-E0EB4D5D7F66}" dt="2026-07-19T12:23:45.017" v="1975" actId="20577"/>
          <ac:spMkLst>
            <pc:docMk/>
            <pc:sldMk cId="2993954898" sldId="321"/>
            <ac:spMk id="13" creationId="{4030B472-13F9-015B-F42A-55593A1C147B}"/>
          </ac:spMkLst>
        </pc:spChg>
        <pc:spChg chg="add mod">
          <ac:chgData name="Leo Simon Bonitz (lbonitz)" userId="8906b7d1-67d2-4795-a490-50fa118293f8" providerId="ADAL" clId="{319CEF08-7AD5-4D86-9C07-E0EB4D5D7F66}" dt="2026-07-16T20:07:29.045" v="669" actId="1036"/>
          <ac:spMkLst>
            <pc:docMk/>
            <pc:sldMk cId="2993954898" sldId="321"/>
            <ac:spMk id="15" creationId="{C639F128-DCAD-5444-9EFE-766FE0B26EF1}"/>
          </ac:spMkLst>
        </pc:spChg>
        <pc:spChg chg="add mod">
          <ac:chgData name="Leo Simon Bonitz (lbonitz)" userId="8906b7d1-67d2-4795-a490-50fa118293f8" providerId="ADAL" clId="{319CEF08-7AD5-4D86-9C07-E0EB4D5D7F66}" dt="2026-07-19T12:24:11.833" v="2002" actId="1076"/>
          <ac:spMkLst>
            <pc:docMk/>
            <pc:sldMk cId="2993954898" sldId="321"/>
            <ac:spMk id="16" creationId="{CB2C4581-21E2-5F4A-6B09-0C67D39FAADF}"/>
          </ac:spMkLst>
        </pc:spChg>
        <pc:spChg chg="add mod">
          <ac:chgData name="Leo Simon Bonitz (lbonitz)" userId="8906b7d1-67d2-4795-a490-50fa118293f8" providerId="ADAL" clId="{319CEF08-7AD5-4D86-9C07-E0EB4D5D7F66}" dt="2026-07-19T12:24:54.077" v="2021" actId="208"/>
          <ac:spMkLst>
            <pc:docMk/>
            <pc:sldMk cId="2993954898" sldId="321"/>
            <ac:spMk id="17" creationId="{C21B8DBE-E53F-FFB8-A60D-A05FA7E6373C}"/>
          </ac:spMkLst>
        </pc:spChg>
        <pc:spChg chg="add mod">
          <ac:chgData name="Leo Simon Bonitz (lbonitz)" userId="8906b7d1-67d2-4795-a490-50fa118293f8" providerId="ADAL" clId="{319CEF08-7AD5-4D86-9C07-E0EB4D5D7F66}" dt="2026-07-19T12:24:19.781" v="2007" actId="20577"/>
          <ac:spMkLst>
            <pc:docMk/>
            <pc:sldMk cId="2993954898" sldId="321"/>
            <ac:spMk id="19" creationId="{93108603-E899-ABC5-535C-34F7E379063A}"/>
          </ac:spMkLst>
        </pc:spChg>
        <pc:spChg chg="add mod">
          <ac:chgData name="Leo Simon Bonitz (lbonitz)" userId="8906b7d1-67d2-4795-a490-50fa118293f8" providerId="ADAL" clId="{319CEF08-7AD5-4D86-9C07-E0EB4D5D7F66}" dt="2026-07-19T12:24:33" v="2019" actId="20577"/>
          <ac:spMkLst>
            <pc:docMk/>
            <pc:sldMk cId="2993954898" sldId="321"/>
            <ac:spMk id="21" creationId="{2B621CCC-110E-D9FE-721B-8CB5B9E1BA27}"/>
          </ac:spMkLst>
        </pc:spChg>
        <pc:spChg chg="add mod">
          <ac:chgData name="Leo Simon Bonitz (lbonitz)" userId="8906b7d1-67d2-4795-a490-50fa118293f8" providerId="ADAL" clId="{319CEF08-7AD5-4D86-9C07-E0EB4D5D7F66}" dt="2026-07-17T18:08:19.211" v="958"/>
          <ac:spMkLst>
            <pc:docMk/>
            <pc:sldMk cId="2993954898" sldId="321"/>
            <ac:spMk id="22" creationId="{F5832EC1-2D89-0520-325C-163CA8F24E8E}"/>
          </ac:spMkLst>
        </pc:spChg>
        <pc:spChg chg="add mod">
          <ac:chgData name="Leo Simon Bonitz (lbonitz)" userId="8906b7d1-67d2-4795-a490-50fa118293f8" providerId="ADAL" clId="{319CEF08-7AD5-4D86-9C07-E0EB4D5D7F66}" dt="2026-07-19T13:30:33.626" v="2238" actId="2711"/>
          <ac:spMkLst>
            <pc:docMk/>
            <pc:sldMk cId="2993954898" sldId="321"/>
            <ac:spMk id="23" creationId="{CDD86CF0-222B-508D-57E7-52CE600AD44E}"/>
          </ac:spMkLst>
        </pc:spChg>
        <pc:spChg chg="add mod">
          <ac:chgData name="Leo Simon Bonitz (lbonitz)" userId="8906b7d1-67d2-4795-a490-50fa118293f8" providerId="ADAL" clId="{319CEF08-7AD5-4D86-9C07-E0EB4D5D7F66}" dt="2026-07-17T18:08:19.211" v="958"/>
          <ac:spMkLst>
            <pc:docMk/>
            <pc:sldMk cId="2993954898" sldId="321"/>
            <ac:spMk id="24" creationId="{73740D9B-84EF-6966-4B67-9133F2FF218C}"/>
          </ac:spMkLst>
        </pc:spChg>
        <pc:spChg chg="add mod">
          <ac:chgData name="Leo Simon Bonitz (lbonitz)" userId="8906b7d1-67d2-4795-a490-50fa118293f8" providerId="ADAL" clId="{319CEF08-7AD5-4D86-9C07-E0EB4D5D7F66}" dt="2026-07-19T12:25:49.035" v="2063" actId="13822"/>
          <ac:spMkLst>
            <pc:docMk/>
            <pc:sldMk cId="2993954898" sldId="321"/>
            <ac:spMk id="26" creationId="{0BF7A146-DB5A-F568-8901-322DA6D38798}"/>
          </ac:spMkLst>
        </pc:spChg>
        <pc:spChg chg="add mod">
          <ac:chgData name="Leo Simon Bonitz (lbonitz)" userId="8906b7d1-67d2-4795-a490-50fa118293f8" providerId="ADAL" clId="{319CEF08-7AD5-4D86-9C07-E0EB4D5D7F66}" dt="2026-07-19T12:27:36.280" v="2166" actId="1036"/>
          <ac:spMkLst>
            <pc:docMk/>
            <pc:sldMk cId="2993954898" sldId="321"/>
            <ac:spMk id="28" creationId="{1057D0BF-CF1D-2D09-C398-0803AB6AE103}"/>
          </ac:spMkLst>
        </pc:spChg>
      </pc:sldChg>
      <pc:sldChg chg="addSp delSp modSp mod modNotesTx">
        <pc:chgData name="Leo Simon Bonitz (lbonitz)" userId="8906b7d1-67d2-4795-a490-50fa118293f8" providerId="ADAL" clId="{319CEF08-7AD5-4D86-9C07-E0EB4D5D7F66}" dt="2026-07-20T19:14:39.391" v="5282" actId="20577"/>
        <pc:sldMkLst>
          <pc:docMk/>
          <pc:sldMk cId="879102945" sldId="322"/>
        </pc:sldMkLst>
        <pc:spChg chg="mod">
          <ac:chgData name="Leo Simon Bonitz (lbonitz)" userId="8906b7d1-67d2-4795-a490-50fa118293f8" providerId="ADAL" clId="{319CEF08-7AD5-4D86-9C07-E0EB4D5D7F66}" dt="2026-07-19T13:26:26.983" v="2186" actId="2711"/>
          <ac:spMkLst>
            <pc:docMk/>
            <pc:sldMk cId="879102945" sldId="322"/>
            <ac:spMk id="2" creationId="{B6969A9A-E777-1A0E-DFE1-E98FC43DDCBE}"/>
          </ac:spMkLst>
        </pc:spChg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879102945" sldId="322"/>
            <ac:spMk id="3" creationId="{B3FB5887-07F8-1D09-A177-561C16090CF3}"/>
          </ac:spMkLst>
        </pc:spChg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879102945" sldId="322"/>
            <ac:spMk id="5" creationId="{4410D963-0871-9D40-5302-FC6A6209C218}"/>
          </ac:spMkLst>
        </pc:spChg>
        <pc:spChg chg="mod">
          <ac:chgData name="Leo Simon Bonitz (lbonitz)" userId="8906b7d1-67d2-4795-a490-50fa118293f8" providerId="ADAL" clId="{319CEF08-7AD5-4D86-9C07-E0EB4D5D7F66}" dt="2026-07-19T11:01:43.010" v="1700" actId="20577"/>
          <ac:spMkLst>
            <pc:docMk/>
            <pc:sldMk cId="879102945" sldId="322"/>
            <ac:spMk id="6" creationId="{D1EA6D0B-956C-74B2-E263-746F8B6A48DA}"/>
          </ac:spMkLst>
        </pc:spChg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879102945" sldId="322"/>
            <ac:spMk id="7" creationId="{2C564F21-F899-ADDA-297F-3DB9A82835F0}"/>
          </ac:spMkLst>
        </pc:spChg>
        <pc:spChg chg="add mod">
          <ac:chgData name="Leo Simon Bonitz (lbonitz)" userId="8906b7d1-67d2-4795-a490-50fa118293f8" providerId="ADAL" clId="{319CEF08-7AD5-4D86-9C07-E0EB4D5D7F66}" dt="2026-07-17T18:07:36.153" v="949" actId="207"/>
          <ac:spMkLst>
            <pc:docMk/>
            <pc:sldMk cId="879102945" sldId="322"/>
            <ac:spMk id="9" creationId="{1EC79B25-3B16-AAA0-8C02-5D983F26592C}"/>
          </ac:spMkLst>
        </pc:spChg>
        <pc:spChg chg="add mod ord">
          <ac:chgData name="Leo Simon Bonitz (lbonitz)" userId="8906b7d1-67d2-4795-a490-50fa118293f8" providerId="ADAL" clId="{319CEF08-7AD5-4D86-9C07-E0EB4D5D7F66}" dt="2026-07-17T18:03:40.818" v="941" actId="14100"/>
          <ac:spMkLst>
            <pc:docMk/>
            <pc:sldMk cId="879102945" sldId="322"/>
            <ac:spMk id="13" creationId="{9A9BA8FA-4AA6-E6FE-4DAB-9397AE6DDBB5}"/>
          </ac:spMkLst>
        </pc:spChg>
        <pc:spChg chg="add mod ord">
          <ac:chgData name="Leo Simon Bonitz (lbonitz)" userId="8906b7d1-67d2-4795-a490-50fa118293f8" providerId="ADAL" clId="{319CEF08-7AD5-4D86-9C07-E0EB4D5D7F66}" dt="2026-07-17T18:06:12.175" v="948" actId="14100"/>
          <ac:spMkLst>
            <pc:docMk/>
            <pc:sldMk cId="879102945" sldId="322"/>
            <ac:spMk id="15" creationId="{239576DA-4ED8-9F36-4251-8A1841E880CE}"/>
          </ac:spMkLst>
        </pc:spChg>
        <pc:picChg chg="mod">
          <ac:chgData name="Leo Simon Bonitz (lbonitz)" userId="8906b7d1-67d2-4795-a490-50fa118293f8" providerId="ADAL" clId="{319CEF08-7AD5-4D86-9C07-E0EB4D5D7F66}" dt="2026-07-17T18:22:41.649" v="968" actId="1076"/>
          <ac:picMkLst>
            <pc:docMk/>
            <pc:sldMk cId="879102945" sldId="322"/>
            <ac:picMk id="8" creationId="{BE521531-24C9-9F68-1DBD-EF8D3B5B4E09}"/>
          </ac:picMkLst>
        </pc:picChg>
      </pc:sldChg>
      <pc:sldChg chg="addSp delSp modSp mod">
        <pc:chgData name="Leo Simon Bonitz (lbonitz)" userId="8906b7d1-67d2-4795-a490-50fa118293f8" providerId="ADAL" clId="{319CEF08-7AD5-4D86-9C07-E0EB4D5D7F66}" dt="2026-07-20T14:44:49.413" v="4687" actId="1076"/>
        <pc:sldMkLst>
          <pc:docMk/>
          <pc:sldMk cId="1526938748" sldId="323"/>
        </pc:sldMkLst>
        <pc:spChg chg="mod">
          <ac:chgData name="Leo Simon Bonitz (lbonitz)" userId="8906b7d1-67d2-4795-a490-50fa118293f8" providerId="ADAL" clId="{319CEF08-7AD5-4D86-9C07-E0EB4D5D7F66}" dt="2026-07-17T18:56:36.285" v="1304" actId="20577"/>
          <ac:spMkLst>
            <pc:docMk/>
            <pc:sldMk cId="1526938748" sldId="323"/>
            <ac:spMk id="3" creationId="{ACDC9BEB-CF3D-62F9-6217-BCB6589C6546}"/>
          </ac:spMkLst>
        </pc:spChg>
        <pc:spChg chg="add del mod">
          <ac:chgData name="Leo Simon Bonitz (lbonitz)" userId="8906b7d1-67d2-4795-a490-50fa118293f8" providerId="ADAL" clId="{319CEF08-7AD5-4D86-9C07-E0EB4D5D7F66}" dt="2026-07-19T17:20:36.921" v="3366" actId="478"/>
          <ac:spMkLst>
            <pc:docMk/>
            <pc:sldMk cId="1526938748" sldId="323"/>
            <ac:spMk id="4" creationId="{608CAE1B-8C58-E302-A3B3-2B76F8EE0883}"/>
          </ac:spMkLst>
        </pc:spChg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1526938748" sldId="323"/>
            <ac:spMk id="5" creationId="{FC4A602E-38C3-96F4-FDCF-48F59A4F05E1}"/>
          </ac:spMkLst>
        </pc:spChg>
        <pc:spChg chg="mod">
          <ac:chgData name="Leo Simon Bonitz (lbonitz)" userId="8906b7d1-67d2-4795-a490-50fa118293f8" providerId="ADAL" clId="{319CEF08-7AD5-4D86-9C07-E0EB4D5D7F66}" dt="2026-07-19T11:01:47.358" v="1704" actId="20577"/>
          <ac:spMkLst>
            <pc:docMk/>
            <pc:sldMk cId="1526938748" sldId="323"/>
            <ac:spMk id="6" creationId="{C7E63405-6397-56B2-2B43-DA9C9CE48BAA}"/>
          </ac:spMkLst>
        </pc:spChg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1526938748" sldId="323"/>
            <ac:spMk id="7" creationId="{28BDC44A-4A40-147D-DB2B-541E711E3248}"/>
          </ac:spMkLst>
        </pc:spChg>
        <pc:spChg chg="add del mod ord">
          <ac:chgData name="Leo Simon Bonitz (lbonitz)" userId="8906b7d1-67d2-4795-a490-50fa118293f8" providerId="ADAL" clId="{319CEF08-7AD5-4D86-9C07-E0EB4D5D7F66}" dt="2026-07-19T17:20:36.921" v="3366" actId="478"/>
          <ac:spMkLst>
            <pc:docMk/>
            <pc:sldMk cId="1526938748" sldId="323"/>
            <ac:spMk id="10" creationId="{D88FAB26-AD19-D185-E5B0-F46D46F84848}"/>
          </ac:spMkLst>
        </pc:spChg>
        <pc:spChg chg="add mod">
          <ac:chgData name="Leo Simon Bonitz (lbonitz)" userId="8906b7d1-67d2-4795-a490-50fa118293f8" providerId="ADAL" clId="{319CEF08-7AD5-4D86-9C07-E0EB4D5D7F66}" dt="2026-07-19T13:26:35.763" v="2187" actId="2711"/>
          <ac:spMkLst>
            <pc:docMk/>
            <pc:sldMk cId="1526938748" sldId="323"/>
            <ac:spMk id="11" creationId="{0D6A07EB-0401-21F9-DD94-3B238AC9AF42}"/>
          </ac:spMkLst>
        </pc:spChg>
        <pc:spChg chg="add mod">
          <ac:chgData name="Leo Simon Bonitz (lbonitz)" userId="8906b7d1-67d2-4795-a490-50fa118293f8" providerId="ADAL" clId="{319CEF08-7AD5-4D86-9C07-E0EB4D5D7F66}" dt="2026-07-17T18:38:49.900" v="973"/>
          <ac:spMkLst>
            <pc:docMk/>
            <pc:sldMk cId="1526938748" sldId="323"/>
            <ac:spMk id="12" creationId="{AE2EB436-FDF0-7686-D049-431FF8B34CA3}"/>
          </ac:spMkLst>
        </pc:spChg>
        <pc:spChg chg="add del mod ord">
          <ac:chgData name="Leo Simon Bonitz (lbonitz)" userId="8906b7d1-67d2-4795-a490-50fa118293f8" providerId="ADAL" clId="{319CEF08-7AD5-4D86-9C07-E0EB4D5D7F66}" dt="2026-07-19T17:20:36.921" v="3366" actId="478"/>
          <ac:spMkLst>
            <pc:docMk/>
            <pc:sldMk cId="1526938748" sldId="323"/>
            <ac:spMk id="14" creationId="{B9FE2AA6-80F0-FAD3-746C-AEB388BCB346}"/>
          </ac:spMkLst>
        </pc:spChg>
        <pc:spChg chg="add mod">
          <ac:chgData name="Leo Simon Bonitz (lbonitz)" userId="8906b7d1-67d2-4795-a490-50fa118293f8" providerId="ADAL" clId="{319CEF08-7AD5-4D86-9C07-E0EB4D5D7F66}" dt="2026-07-20T14:44:49.413" v="4687" actId="1076"/>
          <ac:spMkLst>
            <pc:docMk/>
            <pc:sldMk cId="1526938748" sldId="323"/>
            <ac:spMk id="15" creationId="{D6EC72AC-2E13-19ED-A830-9BB40A6A175D}"/>
          </ac:spMkLst>
        </pc:spChg>
        <pc:spChg chg="add mod ord">
          <ac:chgData name="Leo Simon Bonitz (lbonitz)" userId="8906b7d1-67d2-4795-a490-50fa118293f8" providerId="ADAL" clId="{319CEF08-7AD5-4D86-9C07-E0EB4D5D7F66}" dt="2026-07-19T17:18:18.176" v="3345" actId="167"/>
          <ac:spMkLst>
            <pc:docMk/>
            <pc:sldMk cId="1526938748" sldId="323"/>
            <ac:spMk id="34" creationId="{10B61E26-BB63-1F92-8DA8-24987E814983}"/>
          </ac:spMkLst>
        </pc:spChg>
        <pc:spChg chg="add ord">
          <ac:chgData name="Leo Simon Bonitz (lbonitz)" userId="8906b7d1-67d2-4795-a490-50fa118293f8" providerId="ADAL" clId="{319CEF08-7AD5-4D86-9C07-E0EB4D5D7F66}" dt="2026-07-17T19:01:01.555" v="1384" actId="167"/>
          <ac:spMkLst>
            <pc:docMk/>
            <pc:sldMk cId="1526938748" sldId="323"/>
            <ac:spMk id="36" creationId="{75D59243-06F7-637C-12D6-156BFD90656D}"/>
          </ac:spMkLst>
        </pc:spChg>
        <pc:graphicFrameChg chg="add mod modGraphic">
          <ac:chgData name="Leo Simon Bonitz (lbonitz)" userId="8906b7d1-67d2-4795-a490-50fa118293f8" providerId="ADAL" clId="{319CEF08-7AD5-4D86-9C07-E0EB4D5D7F66}" dt="2026-07-20T14:20:20.129" v="4295" actId="1076"/>
          <ac:graphicFrameMkLst>
            <pc:docMk/>
            <pc:sldMk cId="1526938748" sldId="323"/>
            <ac:graphicFrameMk id="2" creationId="{FEE77BC6-916E-B110-82AD-D79EFB1E3E13}"/>
          </ac:graphicFrameMkLst>
        </pc:graphicFrameChg>
        <pc:picChg chg="mod ord">
          <ac:chgData name="Leo Simon Bonitz (lbonitz)" userId="8906b7d1-67d2-4795-a490-50fa118293f8" providerId="ADAL" clId="{319CEF08-7AD5-4D86-9C07-E0EB4D5D7F66}" dt="2026-07-19T17:17:18.261" v="3334" actId="1076"/>
          <ac:picMkLst>
            <pc:docMk/>
            <pc:sldMk cId="1526938748" sldId="323"/>
            <ac:picMk id="8" creationId="{FC32974E-BB0E-0250-F16E-FBF8FD1242E7}"/>
          </ac:picMkLst>
        </pc:picChg>
        <pc:picChg chg="add del mod ord">
          <ac:chgData name="Leo Simon Bonitz (lbonitz)" userId="8906b7d1-67d2-4795-a490-50fa118293f8" providerId="ADAL" clId="{319CEF08-7AD5-4D86-9C07-E0EB4D5D7F66}" dt="2026-07-20T14:14:13.567" v="4268" actId="478"/>
          <ac:picMkLst>
            <pc:docMk/>
            <pc:sldMk cId="1526938748" sldId="323"/>
            <ac:picMk id="9" creationId="{BCC72D62-13AE-4C85-7A3C-93A28607DF28}"/>
          </ac:picMkLst>
        </pc:picChg>
      </pc:sldChg>
      <pc:sldChg chg="addSp delSp modSp mod">
        <pc:chgData name="Leo Simon Bonitz (lbonitz)" userId="8906b7d1-67d2-4795-a490-50fa118293f8" providerId="ADAL" clId="{319CEF08-7AD5-4D86-9C07-E0EB4D5D7F66}" dt="2026-07-20T19:53:35.282" v="5910" actId="20577"/>
        <pc:sldMkLst>
          <pc:docMk/>
          <pc:sldMk cId="359020960" sldId="326"/>
        </pc:sldMkLst>
        <pc:spChg chg="add del mod">
          <ac:chgData name="Leo Simon Bonitz (lbonitz)" userId="8906b7d1-67d2-4795-a490-50fa118293f8" providerId="ADAL" clId="{319CEF08-7AD5-4D86-9C07-E0EB4D5D7F66}" dt="2026-07-19T13:58:02.627" v="2304" actId="478"/>
          <ac:spMkLst>
            <pc:docMk/>
            <pc:sldMk cId="359020960" sldId="326"/>
            <ac:spMk id="2" creationId="{B4A75865-C7DF-7821-218D-790D644DC305}"/>
          </ac:spMkLst>
        </pc:spChg>
        <pc:spChg chg="mod">
          <ac:chgData name="Leo Simon Bonitz (lbonitz)" userId="8906b7d1-67d2-4795-a490-50fa118293f8" providerId="ADAL" clId="{319CEF08-7AD5-4D86-9C07-E0EB4D5D7F66}" dt="2026-07-20T19:53:35.282" v="5910" actId="20577"/>
          <ac:spMkLst>
            <pc:docMk/>
            <pc:sldMk cId="359020960" sldId="326"/>
            <ac:spMk id="3" creationId="{E7285A9A-04D9-42D2-2D97-07B4D0CC8538}"/>
          </ac:spMkLst>
        </pc:spChg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359020960" sldId="326"/>
            <ac:spMk id="4" creationId="{69F41F60-AE46-D9A6-DF42-5921E98C86EF}"/>
          </ac:spMkLst>
        </pc:spChg>
        <pc:spChg chg="mod">
          <ac:chgData name="Leo Simon Bonitz (lbonitz)" userId="8906b7d1-67d2-4795-a490-50fa118293f8" providerId="ADAL" clId="{319CEF08-7AD5-4D86-9C07-E0EB4D5D7F66}" dt="2026-07-19T11:02:11.304" v="1724" actId="20577"/>
          <ac:spMkLst>
            <pc:docMk/>
            <pc:sldMk cId="359020960" sldId="326"/>
            <ac:spMk id="5" creationId="{5FE280DB-24C2-23F0-0044-C34E6FA8EA58}"/>
          </ac:spMkLst>
        </pc:spChg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359020960" sldId="326"/>
            <ac:spMk id="6" creationId="{F52B79D9-FEE5-852F-F4CF-0F30E96467A4}"/>
          </ac:spMkLst>
        </pc:spChg>
        <pc:spChg chg="add del mod">
          <ac:chgData name="Leo Simon Bonitz (lbonitz)" userId="8906b7d1-67d2-4795-a490-50fa118293f8" providerId="ADAL" clId="{319CEF08-7AD5-4D86-9C07-E0EB4D5D7F66}" dt="2026-07-19T13:57:39.813" v="2295" actId="478"/>
          <ac:spMkLst>
            <pc:docMk/>
            <pc:sldMk cId="359020960" sldId="326"/>
            <ac:spMk id="8" creationId="{121F30E3-1118-A58D-C92B-0C6FBC9517F8}"/>
          </ac:spMkLst>
        </pc:spChg>
        <pc:spChg chg="add del">
          <ac:chgData name="Leo Simon Bonitz (lbonitz)" userId="8906b7d1-67d2-4795-a490-50fa118293f8" providerId="ADAL" clId="{319CEF08-7AD5-4D86-9C07-E0EB4D5D7F66}" dt="2026-07-19T13:57:39.512" v="2294" actId="22"/>
          <ac:spMkLst>
            <pc:docMk/>
            <pc:sldMk cId="359020960" sldId="326"/>
            <ac:spMk id="10" creationId="{397980FB-AA4C-B638-D66A-C8F7CB129CC5}"/>
          </ac:spMkLst>
        </pc:spChg>
        <pc:spChg chg="add del">
          <ac:chgData name="Leo Simon Bonitz (lbonitz)" userId="8906b7d1-67d2-4795-a490-50fa118293f8" providerId="ADAL" clId="{319CEF08-7AD5-4D86-9C07-E0EB4D5D7F66}" dt="2026-07-19T13:57:39.512" v="2294" actId="22"/>
          <ac:spMkLst>
            <pc:docMk/>
            <pc:sldMk cId="359020960" sldId="326"/>
            <ac:spMk id="12" creationId="{2A8A1D3F-45E7-14A9-8297-2F2A71A6003C}"/>
          </ac:spMkLst>
        </pc:spChg>
        <pc:spChg chg="add del">
          <ac:chgData name="Leo Simon Bonitz (lbonitz)" userId="8906b7d1-67d2-4795-a490-50fa118293f8" providerId="ADAL" clId="{319CEF08-7AD5-4D86-9C07-E0EB4D5D7F66}" dt="2026-07-19T13:57:48.147" v="2297" actId="22"/>
          <ac:spMkLst>
            <pc:docMk/>
            <pc:sldMk cId="359020960" sldId="326"/>
            <ac:spMk id="14" creationId="{FA664A7B-37CF-3CC6-D3BB-EBF646236178}"/>
          </ac:spMkLst>
        </pc:spChg>
        <pc:spChg chg="add del">
          <ac:chgData name="Leo Simon Bonitz (lbonitz)" userId="8906b7d1-67d2-4795-a490-50fa118293f8" providerId="ADAL" clId="{319CEF08-7AD5-4D86-9C07-E0EB4D5D7F66}" dt="2026-07-19T13:57:48.147" v="2297" actId="22"/>
          <ac:spMkLst>
            <pc:docMk/>
            <pc:sldMk cId="359020960" sldId="326"/>
            <ac:spMk id="16" creationId="{ACBCAFDE-9C63-66AC-383A-BED07577E3FB}"/>
          </ac:spMkLst>
        </pc:spChg>
        <pc:spChg chg="add del">
          <ac:chgData name="Leo Simon Bonitz (lbonitz)" userId="8906b7d1-67d2-4795-a490-50fa118293f8" providerId="ADAL" clId="{319CEF08-7AD5-4D86-9C07-E0EB4D5D7F66}" dt="2026-07-19T13:58:00.489" v="2303" actId="22"/>
          <ac:spMkLst>
            <pc:docMk/>
            <pc:sldMk cId="359020960" sldId="326"/>
            <ac:spMk id="18" creationId="{548DF656-2AC6-51B3-A974-0210FA387C71}"/>
          </ac:spMkLst>
        </pc:spChg>
        <pc:spChg chg="add del">
          <ac:chgData name="Leo Simon Bonitz (lbonitz)" userId="8906b7d1-67d2-4795-a490-50fa118293f8" providerId="ADAL" clId="{319CEF08-7AD5-4D86-9C07-E0EB4D5D7F66}" dt="2026-07-19T13:58:00.489" v="2303" actId="22"/>
          <ac:spMkLst>
            <pc:docMk/>
            <pc:sldMk cId="359020960" sldId="326"/>
            <ac:spMk id="20" creationId="{B76FE1F2-D774-95F2-5DE7-AE9F30006317}"/>
          </ac:spMkLst>
        </pc:spChg>
        <pc:spChg chg="add del">
          <ac:chgData name="Leo Simon Bonitz (lbonitz)" userId="8906b7d1-67d2-4795-a490-50fa118293f8" providerId="ADAL" clId="{319CEF08-7AD5-4D86-9C07-E0EB4D5D7F66}" dt="2026-07-19T13:58:00.489" v="2303" actId="22"/>
          <ac:spMkLst>
            <pc:docMk/>
            <pc:sldMk cId="359020960" sldId="326"/>
            <ac:spMk id="22" creationId="{588B89B7-7E03-AB3D-224D-4E0095DEFDB7}"/>
          </ac:spMkLst>
        </pc:spChg>
        <pc:spChg chg="add del mod">
          <ac:chgData name="Leo Simon Bonitz (lbonitz)" userId="8906b7d1-67d2-4795-a490-50fa118293f8" providerId="ADAL" clId="{319CEF08-7AD5-4D86-9C07-E0EB4D5D7F66}" dt="2026-07-19T13:58:05.436" v="2305" actId="478"/>
          <ac:spMkLst>
            <pc:docMk/>
            <pc:sldMk cId="359020960" sldId="326"/>
            <ac:spMk id="24" creationId="{617CFF56-7F93-0A36-7818-5484603A0FF5}"/>
          </ac:spMkLst>
        </pc:spChg>
        <pc:spChg chg="add">
          <ac:chgData name="Leo Simon Bonitz (lbonitz)" userId="8906b7d1-67d2-4795-a490-50fa118293f8" providerId="ADAL" clId="{319CEF08-7AD5-4D86-9C07-E0EB4D5D7F66}" dt="2026-07-19T13:58:05.974" v="2306" actId="22"/>
          <ac:spMkLst>
            <pc:docMk/>
            <pc:sldMk cId="359020960" sldId="326"/>
            <ac:spMk id="26" creationId="{F1C8A7E0-C12C-93FD-C1FD-A1636DE4CAC6}"/>
          </ac:spMkLst>
        </pc:spChg>
        <pc:spChg chg="add mod">
          <ac:chgData name="Leo Simon Bonitz (lbonitz)" userId="8906b7d1-67d2-4795-a490-50fa118293f8" providerId="ADAL" clId="{319CEF08-7AD5-4D86-9C07-E0EB4D5D7F66}" dt="2026-07-19T13:58:17.457" v="2331" actId="20577"/>
          <ac:spMkLst>
            <pc:docMk/>
            <pc:sldMk cId="359020960" sldId="326"/>
            <ac:spMk id="28" creationId="{0F34883F-8B23-1126-5D32-8B7E9B7819FD}"/>
          </ac:spMkLst>
        </pc:spChg>
        <pc:spChg chg="add">
          <ac:chgData name="Leo Simon Bonitz (lbonitz)" userId="8906b7d1-67d2-4795-a490-50fa118293f8" providerId="ADAL" clId="{319CEF08-7AD5-4D86-9C07-E0EB4D5D7F66}" dt="2026-07-19T13:58:05.974" v="2306" actId="22"/>
          <ac:spMkLst>
            <pc:docMk/>
            <pc:sldMk cId="359020960" sldId="326"/>
            <ac:spMk id="30" creationId="{E9AD885D-3AC4-1297-7726-98FEC02E0930}"/>
          </ac:spMkLst>
        </pc:spChg>
      </pc:sldChg>
      <pc:sldChg chg="addSp delSp modSp mod ord">
        <pc:chgData name="Leo Simon Bonitz (lbonitz)" userId="8906b7d1-67d2-4795-a490-50fa118293f8" providerId="ADAL" clId="{319CEF08-7AD5-4D86-9C07-E0EB4D5D7F66}" dt="2026-07-20T19:37:09.302" v="5778" actId="20577"/>
        <pc:sldMkLst>
          <pc:docMk/>
          <pc:sldMk cId="3876342411" sldId="327"/>
        </pc:sldMkLst>
        <pc:spChg chg="mod">
          <ac:chgData name="Leo Simon Bonitz (lbonitz)" userId="8906b7d1-67d2-4795-a490-50fa118293f8" providerId="ADAL" clId="{319CEF08-7AD5-4D86-9C07-E0EB4D5D7F66}" dt="2026-07-20T19:37:09.302" v="5778" actId="20577"/>
          <ac:spMkLst>
            <pc:docMk/>
            <pc:sldMk cId="3876342411" sldId="327"/>
            <ac:spMk id="3" creationId="{C028CA81-83AA-8C85-AC8B-339D4EE9E721}"/>
          </ac:spMkLst>
        </pc:spChg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3876342411" sldId="327"/>
            <ac:spMk id="4" creationId="{884535AD-70A8-A2DF-20D8-4A366D7F11B0}"/>
          </ac:spMkLst>
        </pc:spChg>
        <pc:spChg chg="mod">
          <ac:chgData name="Leo Simon Bonitz (lbonitz)" userId="8906b7d1-67d2-4795-a490-50fa118293f8" providerId="ADAL" clId="{319CEF08-7AD5-4D86-9C07-E0EB4D5D7F66}" dt="2026-07-19T11:02:05.030" v="1720" actId="20577"/>
          <ac:spMkLst>
            <pc:docMk/>
            <pc:sldMk cId="3876342411" sldId="327"/>
            <ac:spMk id="5" creationId="{B4213EF0-989F-52F1-39A9-B73267AFF736}"/>
          </ac:spMkLst>
        </pc:spChg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3876342411" sldId="327"/>
            <ac:spMk id="6" creationId="{79D767E8-0C42-0A51-1B34-05FA1203C0B6}"/>
          </ac:spMkLst>
        </pc:spChg>
        <pc:spChg chg="add">
          <ac:chgData name="Leo Simon Bonitz (lbonitz)" userId="8906b7d1-67d2-4795-a490-50fa118293f8" providerId="ADAL" clId="{319CEF08-7AD5-4D86-9C07-E0EB4D5D7F66}" dt="2026-07-17T19:02:14.447" v="1396" actId="22"/>
          <ac:spMkLst>
            <pc:docMk/>
            <pc:sldMk cId="3876342411" sldId="327"/>
            <ac:spMk id="8" creationId="{C67FB87A-B0BE-BE62-C89C-B866F00285AF}"/>
          </ac:spMkLst>
        </pc:spChg>
        <pc:spChg chg="add mod">
          <ac:chgData name="Leo Simon Bonitz (lbonitz)" userId="8906b7d1-67d2-4795-a490-50fa118293f8" providerId="ADAL" clId="{319CEF08-7AD5-4D86-9C07-E0EB4D5D7F66}" dt="2026-07-19T13:26:56.329" v="2191" actId="2711"/>
          <ac:spMkLst>
            <pc:docMk/>
            <pc:sldMk cId="3876342411" sldId="327"/>
            <ac:spMk id="10" creationId="{C79E8C38-05A2-A516-3F03-C9F2AF8FAB68}"/>
          </ac:spMkLst>
        </pc:spChg>
        <pc:spChg chg="add">
          <ac:chgData name="Leo Simon Bonitz (lbonitz)" userId="8906b7d1-67d2-4795-a490-50fa118293f8" providerId="ADAL" clId="{319CEF08-7AD5-4D86-9C07-E0EB4D5D7F66}" dt="2026-07-17T19:02:14.447" v="1396" actId="22"/>
          <ac:spMkLst>
            <pc:docMk/>
            <pc:sldMk cId="3876342411" sldId="327"/>
            <ac:spMk id="12" creationId="{8F448A09-B662-8E7C-F81A-A497221242B3}"/>
          </ac:spMkLst>
        </pc:spChg>
      </pc:sldChg>
      <pc:sldChg chg="addSp delSp modSp add del mod setBg">
        <pc:chgData name="Leo Simon Bonitz (lbonitz)" userId="8906b7d1-67d2-4795-a490-50fa118293f8" providerId="ADAL" clId="{319CEF08-7AD5-4D86-9C07-E0EB4D5D7F66}" dt="2026-07-19T13:24:50.967" v="2169" actId="2711"/>
        <pc:sldMkLst>
          <pc:docMk/>
          <pc:sldMk cId="0" sldId="328"/>
        </pc:sldMkLst>
        <pc:spChg chg="mod">
          <ac:chgData name="Leo Simon Bonitz (lbonitz)" userId="8906b7d1-67d2-4795-a490-50fa118293f8" providerId="ADAL" clId="{319CEF08-7AD5-4D86-9C07-E0EB4D5D7F66}" dt="2026-07-19T13:24:50.967" v="2169" actId="2711"/>
          <ac:spMkLst>
            <pc:docMk/>
            <pc:sldMk cId="0" sldId="328"/>
            <ac:spMk id="5" creationId="{00000000-0000-0000-0000-000000000000}"/>
          </ac:spMkLst>
        </pc:spChg>
        <pc:spChg chg="del">
          <ac:chgData name="Leo Simon Bonitz (lbonitz)" userId="8906b7d1-67d2-4795-a490-50fa118293f8" providerId="ADAL" clId="{319CEF08-7AD5-4D86-9C07-E0EB4D5D7F66}" dt="2026-07-19T10:57:51.361" v="1636" actId="478"/>
          <ac:spMkLst>
            <pc:docMk/>
            <pc:sldMk cId="0" sldId="328"/>
            <ac:spMk id="6" creationId="{00000000-0000-0000-0000-000000000000}"/>
          </ac:spMkLst>
        </pc:spChg>
        <pc:spChg chg="mod">
          <ac:chgData name="Leo Simon Bonitz (lbonitz)" userId="8906b7d1-67d2-4795-a490-50fa118293f8" providerId="ADAL" clId="{319CEF08-7AD5-4D86-9C07-E0EB4D5D7F66}" dt="2026-07-19T10:58:13.034" v="1644" actId="20577"/>
          <ac:spMkLst>
            <pc:docMk/>
            <pc:sldMk cId="0" sldId="328"/>
            <ac:spMk id="8" creationId="{00000000-0000-0000-0000-000000000000}"/>
          </ac:spMkLst>
        </pc:spChg>
        <pc:picChg chg="add del">
          <ac:chgData name="Leo Simon Bonitz (lbonitz)" userId="8906b7d1-67d2-4795-a490-50fa118293f8" providerId="ADAL" clId="{319CEF08-7AD5-4D86-9C07-E0EB4D5D7F66}" dt="2026-07-16T20:01:25.378" v="495" actId="478"/>
          <ac:picMkLst>
            <pc:docMk/>
            <pc:sldMk cId="0" sldId="328"/>
            <ac:picMk id="2" creationId="{00000000-0000-0000-0000-000000000000}"/>
          </ac:picMkLst>
        </pc:picChg>
      </pc:sldChg>
      <pc:sldChg chg="addSp delSp modSp add mod">
        <pc:chgData name="Leo Simon Bonitz (lbonitz)" userId="8906b7d1-67d2-4795-a490-50fa118293f8" providerId="ADAL" clId="{319CEF08-7AD5-4D86-9C07-E0EB4D5D7F66}" dt="2026-07-19T17:13:07.222" v="3232" actId="20577"/>
        <pc:sldMkLst>
          <pc:docMk/>
          <pc:sldMk cId="950301536" sldId="329"/>
        </pc:sldMkLst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950301536" sldId="329"/>
            <ac:spMk id="5" creationId="{A287047D-5DF9-8684-9A12-33DD22DD46E3}"/>
          </ac:spMkLst>
        </pc:spChg>
        <pc:spChg chg="mod">
          <ac:chgData name="Leo Simon Bonitz (lbonitz)" userId="8906b7d1-67d2-4795-a490-50fa118293f8" providerId="ADAL" clId="{319CEF08-7AD5-4D86-9C07-E0EB4D5D7F66}" dt="2026-07-19T11:01:52.489" v="1708" actId="20577"/>
          <ac:spMkLst>
            <pc:docMk/>
            <pc:sldMk cId="950301536" sldId="329"/>
            <ac:spMk id="6" creationId="{F7153D0E-1220-8D46-55FC-23B7269198DB}"/>
          </ac:spMkLst>
        </pc:spChg>
        <pc:spChg chg="mod">
          <ac:chgData name="Leo Simon Bonitz (lbonitz)" userId="8906b7d1-67d2-4795-a490-50fa118293f8" providerId="ADAL" clId="{319CEF08-7AD5-4D86-9C07-E0EB4D5D7F66}" dt="2026-07-17T18:55:13.026" v="1300"/>
          <ac:spMkLst>
            <pc:docMk/>
            <pc:sldMk cId="950301536" sldId="329"/>
            <ac:spMk id="7" creationId="{231874D1-B354-0C76-2DC8-598BBDDE79A9}"/>
          </ac:spMkLst>
        </pc:spChg>
        <pc:spChg chg="add del mod">
          <ac:chgData name="Leo Simon Bonitz (lbonitz)" userId="8906b7d1-67d2-4795-a490-50fa118293f8" providerId="ADAL" clId="{319CEF08-7AD5-4D86-9C07-E0EB4D5D7F66}" dt="2026-07-19T17:13:07.222" v="3232" actId="20577"/>
          <ac:spMkLst>
            <pc:docMk/>
            <pc:sldMk cId="950301536" sldId="329"/>
            <ac:spMk id="11" creationId="{2883F8D1-02B9-6DD6-51C3-425A2E93A89A}"/>
          </ac:spMkLst>
        </pc:spChg>
        <pc:spChg chg="add del">
          <ac:chgData name="Leo Simon Bonitz (lbonitz)" userId="8906b7d1-67d2-4795-a490-50fa118293f8" providerId="ADAL" clId="{319CEF08-7AD5-4D86-9C07-E0EB4D5D7F66}" dt="2026-07-17T18:48:39.116" v="1164" actId="478"/>
          <ac:spMkLst>
            <pc:docMk/>
            <pc:sldMk cId="950301536" sldId="329"/>
            <ac:spMk id="14" creationId="{45CC1C42-93CE-C977-EA5C-FDAA55530F53}"/>
          </ac:spMkLst>
        </pc:spChg>
        <pc:spChg chg="add ord">
          <ac:chgData name="Leo Simon Bonitz (lbonitz)" userId="8906b7d1-67d2-4795-a490-50fa118293f8" providerId="ADAL" clId="{319CEF08-7AD5-4D86-9C07-E0EB4D5D7F66}" dt="2026-07-17T19:01:12.605" v="1388" actId="167"/>
          <ac:spMkLst>
            <pc:docMk/>
            <pc:sldMk cId="950301536" sldId="329"/>
            <ac:spMk id="16" creationId="{F03D2BE4-E024-B6FF-5463-C0FC2A7A4786}"/>
          </ac:spMkLst>
        </pc:spChg>
        <pc:graphicFrameChg chg="add mod modGraphic">
          <ac:chgData name="Leo Simon Bonitz (lbonitz)" userId="8906b7d1-67d2-4795-a490-50fa118293f8" providerId="ADAL" clId="{319CEF08-7AD5-4D86-9C07-E0EB4D5D7F66}" dt="2026-07-19T13:37:29.742" v="2251" actId="207"/>
          <ac:graphicFrameMkLst>
            <pc:docMk/>
            <pc:sldMk cId="950301536" sldId="329"/>
            <ac:graphicFrameMk id="13" creationId="{9252CED0-B469-FFA0-7275-FBEA9508731C}"/>
          </ac:graphicFrameMkLst>
        </pc:graphicFrameChg>
      </pc:sldChg>
      <pc:sldChg chg="addSp delSp modSp add mod ord">
        <pc:chgData name="Leo Simon Bonitz (lbonitz)" userId="8906b7d1-67d2-4795-a490-50fa118293f8" providerId="ADAL" clId="{319CEF08-7AD5-4D86-9C07-E0EB4D5D7F66}" dt="2026-07-19T18:02:20.730" v="3838" actId="20577"/>
        <pc:sldMkLst>
          <pc:docMk/>
          <pc:sldMk cId="3682229571" sldId="330"/>
        </pc:sldMkLst>
        <pc:spChg chg="del mod">
          <ac:chgData name="Leo Simon Bonitz (lbonitz)" userId="8906b7d1-67d2-4795-a490-50fa118293f8" providerId="ADAL" clId="{319CEF08-7AD5-4D86-9C07-E0EB4D5D7F66}" dt="2026-07-19T16:08:43.451" v="3203" actId="478"/>
          <ac:spMkLst>
            <pc:docMk/>
            <pc:sldMk cId="3682229571" sldId="330"/>
            <ac:spMk id="3" creationId="{A7EB05EC-79C1-3E1F-E8AD-919BB0C87750}"/>
          </ac:spMkLst>
        </pc:spChg>
        <pc:spChg chg="add del mod">
          <ac:chgData name="Leo Simon Bonitz (lbonitz)" userId="8906b7d1-67d2-4795-a490-50fa118293f8" providerId="ADAL" clId="{319CEF08-7AD5-4D86-9C07-E0EB4D5D7F66}" dt="2026-07-19T16:08:45.922" v="3204" actId="478"/>
          <ac:spMkLst>
            <pc:docMk/>
            <pc:sldMk cId="3682229571" sldId="330"/>
            <ac:spMk id="4" creationId="{298717C1-3AF9-04DC-B034-49B5BC60E9D6}"/>
          </ac:spMkLst>
        </pc:spChg>
        <pc:spChg chg="mod">
          <ac:chgData name="Leo Simon Bonitz (lbonitz)" userId="8906b7d1-67d2-4795-a490-50fa118293f8" providerId="ADAL" clId="{319CEF08-7AD5-4D86-9C07-E0EB4D5D7F66}" dt="2026-07-19T11:01:56.266" v="1712" actId="20577"/>
          <ac:spMkLst>
            <pc:docMk/>
            <pc:sldMk cId="3682229571" sldId="330"/>
            <ac:spMk id="6" creationId="{48C332E5-3AF3-5572-2FB1-001BC8F42AA8}"/>
          </ac:spMkLst>
        </pc:spChg>
        <pc:spChg chg="mod">
          <ac:chgData name="Leo Simon Bonitz (lbonitz)" userId="8906b7d1-67d2-4795-a490-50fa118293f8" providerId="ADAL" clId="{319CEF08-7AD5-4D86-9C07-E0EB4D5D7F66}" dt="2026-07-19T17:13:12.671" v="3239" actId="20577"/>
          <ac:spMkLst>
            <pc:docMk/>
            <pc:sldMk cId="3682229571" sldId="330"/>
            <ac:spMk id="11" creationId="{25FF038F-1F83-ACAA-BEAF-15F2F8B2B8C6}"/>
          </ac:spMkLst>
        </pc:spChg>
        <pc:spChg chg="add del mod">
          <ac:chgData name="Leo Simon Bonitz (lbonitz)" userId="8906b7d1-67d2-4795-a490-50fa118293f8" providerId="ADAL" clId="{319CEF08-7AD5-4D86-9C07-E0EB4D5D7F66}" dt="2026-07-19T17:19:46.701" v="3361" actId="478"/>
          <ac:spMkLst>
            <pc:docMk/>
            <pc:sldMk cId="3682229571" sldId="330"/>
            <ac:spMk id="15" creationId="{39C89AAD-0AA4-1D07-D413-B98335A8234F}"/>
          </ac:spMkLst>
        </pc:spChg>
        <pc:spChg chg="del mod">
          <ac:chgData name="Leo Simon Bonitz (lbonitz)" userId="8906b7d1-67d2-4795-a490-50fa118293f8" providerId="ADAL" clId="{319CEF08-7AD5-4D86-9C07-E0EB4D5D7F66}" dt="2026-07-19T17:19:01.584" v="3350" actId="478"/>
          <ac:spMkLst>
            <pc:docMk/>
            <pc:sldMk cId="3682229571" sldId="330"/>
            <ac:spMk id="16" creationId="{95BA96AD-1DFE-C5ED-66FE-9C8065284F66}"/>
          </ac:spMkLst>
        </pc:spChg>
        <pc:spChg chg="add mod">
          <ac:chgData name="Leo Simon Bonitz (lbonitz)" userId="8906b7d1-67d2-4795-a490-50fa118293f8" providerId="ADAL" clId="{319CEF08-7AD5-4D86-9C07-E0EB4D5D7F66}" dt="2026-07-19T17:19:58.991" v="3365" actId="14100"/>
          <ac:spMkLst>
            <pc:docMk/>
            <pc:sldMk cId="3682229571" sldId="330"/>
            <ac:spMk id="18" creationId="{38418CDB-9724-FEBD-48B4-A9D62F006A8F}"/>
          </ac:spMkLst>
        </pc:spChg>
        <pc:spChg chg="add ord">
          <ac:chgData name="Leo Simon Bonitz (lbonitz)" userId="8906b7d1-67d2-4795-a490-50fa118293f8" providerId="ADAL" clId="{319CEF08-7AD5-4D86-9C07-E0EB4D5D7F66}" dt="2026-07-17T19:01:27.001" v="1392" actId="167"/>
          <ac:spMkLst>
            <pc:docMk/>
            <pc:sldMk cId="3682229571" sldId="330"/>
            <ac:spMk id="19" creationId="{0A4574AD-D6B8-C824-00C4-46873C98935B}"/>
          </ac:spMkLst>
        </pc:spChg>
        <pc:spChg chg="del mod">
          <ac:chgData name="Leo Simon Bonitz (lbonitz)" userId="8906b7d1-67d2-4795-a490-50fa118293f8" providerId="ADAL" clId="{319CEF08-7AD5-4D86-9C07-E0EB4D5D7F66}" dt="2026-07-19T17:19:01.584" v="3350" actId="478"/>
          <ac:spMkLst>
            <pc:docMk/>
            <pc:sldMk cId="3682229571" sldId="330"/>
            <ac:spMk id="20" creationId="{C8F701F3-8088-41E0-CC4E-74F6663AFCD7}"/>
          </ac:spMkLst>
        </pc:spChg>
        <pc:spChg chg="add mod">
          <ac:chgData name="Leo Simon Bonitz (lbonitz)" userId="8906b7d1-67d2-4795-a490-50fa118293f8" providerId="ADAL" clId="{319CEF08-7AD5-4D86-9C07-E0EB4D5D7F66}" dt="2026-07-19T18:02:20.730" v="3838" actId="20577"/>
          <ac:spMkLst>
            <pc:docMk/>
            <pc:sldMk cId="3682229571" sldId="330"/>
            <ac:spMk id="21" creationId="{4EA850BE-B899-384C-2C6E-6AABDD3F8035}"/>
          </ac:spMkLst>
        </pc:spChg>
        <pc:spChg chg="del mod">
          <ac:chgData name="Leo Simon Bonitz (lbonitz)" userId="8906b7d1-67d2-4795-a490-50fa118293f8" providerId="ADAL" clId="{319CEF08-7AD5-4D86-9C07-E0EB4D5D7F66}" dt="2026-07-19T17:19:01.584" v="3350" actId="478"/>
          <ac:spMkLst>
            <pc:docMk/>
            <pc:sldMk cId="3682229571" sldId="330"/>
            <ac:spMk id="22" creationId="{C0EE8A57-1334-3E5F-FD80-58F12AD6B358}"/>
          </ac:spMkLst>
        </pc:spChg>
        <pc:spChg chg="del mod">
          <ac:chgData name="Leo Simon Bonitz (lbonitz)" userId="8906b7d1-67d2-4795-a490-50fa118293f8" providerId="ADAL" clId="{319CEF08-7AD5-4D86-9C07-E0EB4D5D7F66}" dt="2026-07-19T17:19:01.584" v="3350" actId="478"/>
          <ac:spMkLst>
            <pc:docMk/>
            <pc:sldMk cId="3682229571" sldId="330"/>
            <ac:spMk id="24" creationId="{6561B2E3-B563-C33A-6260-342010E8A95C}"/>
          </ac:spMkLst>
        </pc:spChg>
        <pc:spChg chg="del mod">
          <ac:chgData name="Leo Simon Bonitz (lbonitz)" userId="8906b7d1-67d2-4795-a490-50fa118293f8" providerId="ADAL" clId="{319CEF08-7AD5-4D86-9C07-E0EB4D5D7F66}" dt="2026-07-19T17:19:01.584" v="3350" actId="478"/>
          <ac:spMkLst>
            <pc:docMk/>
            <pc:sldMk cId="3682229571" sldId="330"/>
            <ac:spMk id="28" creationId="{3EB57F48-2EE0-AB82-2AE1-1B124A8C7242}"/>
          </ac:spMkLst>
        </pc:spChg>
        <pc:spChg chg="del mod">
          <ac:chgData name="Leo Simon Bonitz (lbonitz)" userId="8906b7d1-67d2-4795-a490-50fa118293f8" providerId="ADAL" clId="{319CEF08-7AD5-4D86-9C07-E0EB4D5D7F66}" dt="2026-07-19T17:19:01.584" v="3350" actId="478"/>
          <ac:spMkLst>
            <pc:docMk/>
            <pc:sldMk cId="3682229571" sldId="330"/>
            <ac:spMk id="30" creationId="{1EF62B6F-D8B1-2DF1-75A0-D62951869ED6}"/>
          </ac:spMkLst>
        </pc:spChg>
        <pc:picChg chg="add del mod">
          <ac:chgData name="Leo Simon Bonitz (lbonitz)" userId="8906b7d1-67d2-4795-a490-50fa118293f8" providerId="ADAL" clId="{319CEF08-7AD5-4D86-9C07-E0EB4D5D7F66}" dt="2026-07-19T16:53:10.932" v="3220" actId="478"/>
          <ac:picMkLst>
            <pc:docMk/>
            <pc:sldMk cId="3682229571" sldId="330"/>
            <ac:picMk id="9" creationId="{513DAE7C-9FA0-63DD-C789-ADBD841283D1}"/>
          </ac:picMkLst>
        </pc:picChg>
        <pc:picChg chg="add mod ord">
          <ac:chgData name="Leo Simon Bonitz (lbonitz)" userId="8906b7d1-67d2-4795-a490-50fa118293f8" providerId="ADAL" clId="{319CEF08-7AD5-4D86-9C07-E0EB4D5D7F66}" dt="2026-07-19T17:19:56.339" v="3364" actId="167"/>
          <ac:picMkLst>
            <pc:docMk/>
            <pc:sldMk cId="3682229571" sldId="330"/>
            <ac:picMk id="13" creationId="{F8246D65-7BEA-98C8-6A60-CCFC65B93642}"/>
          </ac:picMkLst>
        </pc:picChg>
      </pc:sldChg>
      <pc:sldChg chg="modSp add mod">
        <pc:chgData name="Leo Simon Bonitz (lbonitz)" userId="8906b7d1-67d2-4795-a490-50fa118293f8" providerId="ADAL" clId="{319CEF08-7AD5-4D86-9C07-E0EB4D5D7F66}" dt="2026-07-20T19:21:08.655" v="5737" actId="14"/>
        <pc:sldMkLst>
          <pc:docMk/>
          <pc:sldMk cId="792022568" sldId="331"/>
        </pc:sldMkLst>
        <pc:spChg chg="mod">
          <ac:chgData name="Leo Simon Bonitz (lbonitz)" userId="8906b7d1-67d2-4795-a490-50fa118293f8" providerId="ADAL" clId="{319CEF08-7AD5-4D86-9C07-E0EB4D5D7F66}" dt="2026-07-20T19:21:08.655" v="5737" actId="14"/>
          <ac:spMkLst>
            <pc:docMk/>
            <pc:sldMk cId="792022568" sldId="331"/>
            <ac:spMk id="3" creationId="{9313A937-CD9F-3079-6C6A-69EA15C1941C}"/>
          </ac:spMkLst>
        </pc:spChg>
        <pc:spChg chg="mod">
          <ac:chgData name="Leo Simon Bonitz (lbonitz)" userId="8906b7d1-67d2-4795-a490-50fa118293f8" providerId="ADAL" clId="{319CEF08-7AD5-4D86-9C07-E0EB4D5D7F66}" dt="2026-07-19T11:02:00.327" v="1716" actId="20577"/>
          <ac:spMkLst>
            <pc:docMk/>
            <pc:sldMk cId="792022568" sldId="331"/>
            <ac:spMk id="5" creationId="{97C84169-E7B6-8CAF-2C26-1F4FFAE397BE}"/>
          </ac:spMkLst>
        </pc:spChg>
        <pc:spChg chg="mod">
          <ac:chgData name="Leo Simon Bonitz (lbonitz)" userId="8906b7d1-67d2-4795-a490-50fa118293f8" providerId="ADAL" clId="{319CEF08-7AD5-4D86-9C07-E0EB4D5D7F66}" dt="2026-07-19T13:26:51.896" v="2190" actId="2711"/>
          <ac:spMkLst>
            <pc:docMk/>
            <pc:sldMk cId="792022568" sldId="331"/>
            <ac:spMk id="10" creationId="{D4933FC9-596E-6965-1429-062804DCD77E}"/>
          </ac:spMkLst>
        </pc:spChg>
      </pc:sldChg>
      <pc:sldChg chg="delSp modSp mod">
        <pc:chgData name="Leo Simon Bonitz (lbonitz)" userId="8906b7d1-67d2-4795-a490-50fa118293f8" providerId="ADAL" clId="{319CEF08-7AD5-4D86-9C07-E0EB4D5D7F66}" dt="2026-07-19T13:29:46.347" v="2232" actId="1035"/>
        <pc:sldMkLst>
          <pc:docMk/>
          <pc:sldMk cId="2887563677" sldId="332"/>
        </pc:sldMkLst>
        <pc:spChg chg="del">
          <ac:chgData name="Leo Simon Bonitz (lbonitz)" userId="8906b7d1-67d2-4795-a490-50fa118293f8" providerId="ADAL" clId="{319CEF08-7AD5-4D86-9C07-E0EB4D5D7F66}" dt="2026-07-19T11:06:50.560" v="1727" actId="478"/>
          <ac:spMkLst>
            <pc:docMk/>
            <pc:sldMk cId="2887563677" sldId="332"/>
            <ac:spMk id="2" creationId="{3E895D51-EDF8-1F1F-B0AC-7FF0003274DA}"/>
          </ac:spMkLst>
        </pc:spChg>
        <pc:spChg chg="mod">
          <ac:chgData name="Leo Simon Bonitz (lbonitz)" userId="8906b7d1-67d2-4795-a490-50fa118293f8" providerId="ADAL" clId="{319CEF08-7AD5-4D86-9C07-E0EB4D5D7F66}" dt="2026-07-19T11:01:28.353" v="1688" actId="20577"/>
          <ac:spMkLst>
            <pc:docMk/>
            <pc:sldMk cId="2887563677" sldId="332"/>
            <ac:spMk id="5" creationId="{FA0513A0-6659-5492-11FB-4BDD44284F86}"/>
          </ac:spMkLst>
        </pc:spChg>
        <pc:picChg chg="mod">
          <ac:chgData name="Leo Simon Bonitz (lbonitz)" userId="8906b7d1-67d2-4795-a490-50fa118293f8" providerId="ADAL" clId="{319CEF08-7AD5-4D86-9C07-E0EB4D5D7F66}" dt="2026-07-19T13:29:46.347" v="2232" actId="1035"/>
          <ac:picMkLst>
            <pc:docMk/>
            <pc:sldMk cId="2887563677" sldId="332"/>
            <ac:picMk id="18" creationId="{A4270378-FDF5-231B-348B-3F35CD16BE05}"/>
          </ac:picMkLst>
        </pc:picChg>
        <pc:picChg chg="mod">
          <ac:chgData name="Leo Simon Bonitz (lbonitz)" userId="8906b7d1-67d2-4795-a490-50fa118293f8" providerId="ADAL" clId="{319CEF08-7AD5-4D86-9C07-E0EB4D5D7F66}" dt="2026-07-19T13:29:40.609" v="2231" actId="1036"/>
          <ac:picMkLst>
            <pc:docMk/>
            <pc:sldMk cId="2887563677" sldId="332"/>
            <ac:picMk id="22" creationId="{368FDB6D-0FF1-FF92-13E2-F0AB8C5DE5F8}"/>
          </ac:picMkLst>
        </pc:picChg>
        <pc:picChg chg="mod">
          <ac:chgData name="Leo Simon Bonitz (lbonitz)" userId="8906b7d1-67d2-4795-a490-50fa118293f8" providerId="ADAL" clId="{319CEF08-7AD5-4D86-9C07-E0EB4D5D7F66}" dt="2026-07-19T13:29:38.054" v="2229" actId="1036"/>
          <ac:picMkLst>
            <pc:docMk/>
            <pc:sldMk cId="2887563677" sldId="332"/>
            <ac:picMk id="23" creationId="{2740E51C-6122-81C3-A631-36E627D61C5A}"/>
          </ac:picMkLst>
        </pc:picChg>
        <pc:picChg chg="mod">
          <ac:chgData name="Leo Simon Bonitz (lbonitz)" userId="8906b7d1-67d2-4795-a490-50fa118293f8" providerId="ADAL" clId="{319CEF08-7AD5-4D86-9C07-E0EB4D5D7F66}" dt="2026-07-19T13:29:34.069" v="2226" actId="1036"/>
          <ac:picMkLst>
            <pc:docMk/>
            <pc:sldMk cId="2887563677" sldId="332"/>
            <ac:picMk id="24" creationId="{EDFEBDC0-8CCA-763F-D383-CBBC5947D380}"/>
          </ac:picMkLst>
        </pc:picChg>
      </pc:sldChg>
      <pc:sldChg chg="delSp modSp mod">
        <pc:chgData name="Leo Simon Bonitz (lbonitz)" userId="8906b7d1-67d2-4795-a490-50fa118293f8" providerId="ADAL" clId="{319CEF08-7AD5-4D86-9C07-E0EB4D5D7F66}" dt="2026-07-19T11:06:44.122" v="1726" actId="478"/>
        <pc:sldMkLst>
          <pc:docMk/>
          <pc:sldMk cId="2244458906" sldId="333"/>
        </pc:sldMkLst>
        <pc:spChg chg="del">
          <ac:chgData name="Leo Simon Bonitz (lbonitz)" userId="8906b7d1-67d2-4795-a490-50fa118293f8" providerId="ADAL" clId="{319CEF08-7AD5-4D86-9C07-E0EB4D5D7F66}" dt="2026-07-19T11:06:44.122" v="1726" actId="478"/>
          <ac:spMkLst>
            <pc:docMk/>
            <pc:sldMk cId="2244458906" sldId="333"/>
            <ac:spMk id="2" creationId="{375CE5D5-756D-66A9-85F4-AA9242CB3359}"/>
          </ac:spMkLst>
        </pc:spChg>
        <pc:spChg chg="mod">
          <ac:chgData name="Leo Simon Bonitz (lbonitz)" userId="8906b7d1-67d2-4795-a490-50fa118293f8" providerId="ADAL" clId="{319CEF08-7AD5-4D86-9C07-E0EB4D5D7F66}" dt="2026-07-19T11:01:32.344" v="1692" actId="20577"/>
          <ac:spMkLst>
            <pc:docMk/>
            <pc:sldMk cId="2244458906" sldId="333"/>
            <ac:spMk id="5" creationId="{808AAA3B-F2C8-CA8B-654E-325AD94ECD28}"/>
          </ac:spMkLst>
        </pc:spChg>
      </pc:sldChg>
      <pc:sldChg chg="addSp delSp new del mod">
        <pc:chgData name="Leo Simon Bonitz (lbonitz)" userId="8906b7d1-67d2-4795-a490-50fa118293f8" providerId="ADAL" clId="{319CEF08-7AD5-4D86-9C07-E0EB4D5D7F66}" dt="2026-07-19T18:00:42.110" v="3700" actId="47"/>
        <pc:sldMkLst>
          <pc:docMk/>
          <pc:sldMk cId="4128634932" sldId="334"/>
        </pc:sldMkLst>
        <pc:spChg chg="add del">
          <ac:chgData name="Leo Simon Bonitz (lbonitz)" userId="8906b7d1-67d2-4795-a490-50fa118293f8" providerId="ADAL" clId="{319CEF08-7AD5-4D86-9C07-E0EB4D5D7F66}" dt="2026-07-19T17:18:42.539" v="3347" actId="22"/>
          <ac:spMkLst>
            <pc:docMk/>
            <pc:sldMk cId="4128634932" sldId="334"/>
            <ac:spMk id="9" creationId="{C41E5588-949D-AC0B-BB69-357C8B3AA208}"/>
          </ac:spMkLst>
        </pc:spChg>
        <pc:spChg chg="add del">
          <ac:chgData name="Leo Simon Bonitz (lbonitz)" userId="8906b7d1-67d2-4795-a490-50fa118293f8" providerId="ADAL" clId="{319CEF08-7AD5-4D86-9C07-E0EB4D5D7F66}" dt="2026-07-19T17:18:42.539" v="3347" actId="22"/>
          <ac:spMkLst>
            <pc:docMk/>
            <pc:sldMk cId="4128634932" sldId="334"/>
            <ac:spMk id="11" creationId="{5D8E42BF-6B31-2B51-7058-58C01B9440EB}"/>
          </ac:spMkLst>
        </pc:spChg>
        <pc:spChg chg="add del">
          <ac:chgData name="Leo Simon Bonitz (lbonitz)" userId="8906b7d1-67d2-4795-a490-50fa118293f8" providerId="ADAL" clId="{319CEF08-7AD5-4D86-9C07-E0EB4D5D7F66}" dt="2026-07-19T17:18:42.539" v="3347" actId="22"/>
          <ac:spMkLst>
            <pc:docMk/>
            <pc:sldMk cId="4128634932" sldId="334"/>
            <ac:spMk id="13" creationId="{1A326F22-EA52-E990-28EE-3CA585FF35AC}"/>
          </ac:spMkLst>
        </pc:spChg>
        <pc:spChg chg="add del">
          <ac:chgData name="Leo Simon Bonitz (lbonitz)" userId="8906b7d1-67d2-4795-a490-50fa118293f8" providerId="ADAL" clId="{319CEF08-7AD5-4D86-9C07-E0EB4D5D7F66}" dt="2026-07-19T17:18:42.539" v="3347" actId="22"/>
          <ac:spMkLst>
            <pc:docMk/>
            <pc:sldMk cId="4128634932" sldId="334"/>
            <ac:spMk id="15" creationId="{90C82D78-1A62-EE69-F131-5893B1477390}"/>
          </ac:spMkLst>
        </pc:spChg>
        <pc:spChg chg="add">
          <ac:chgData name="Leo Simon Bonitz (lbonitz)" userId="8906b7d1-67d2-4795-a490-50fa118293f8" providerId="ADAL" clId="{319CEF08-7AD5-4D86-9C07-E0EB4D5D7F66}" dt="2026-07-19T17:18:49.861" v="3348" actId="22"/>
          <ac:spMkLst>
            <pc:docMk/>
            <pc:sldMk cId="4128634932" sldId="334"/>
            <ac:spMk id="17" creationId="{57732370-4676-B0E7-5D4D-57A88D0ABA83}"/>
          </ac:spMkLst>
        </pc:spChg>
        <pc:spChg chg="add">
          <ac:chgData name="Leo Simon Bonitz (lbonitz)" userId="8906b7d1-67d2-4795-a490-50fa118293f8" providerId="ADAL" clId="{319CEF08-7AD5-4D86-9C07-E0EB4D5D7F66}" dt="2026-07-19T17:18:49.861" v="3348" actId="22"/>
          <ac:spMkLst>
            <pc:docMk/>
            <pc:sldMk cId="4128634932" sldId="334"/>
            <ac:spMk id="19" creationId="{B62E58F7-6EE4-B929-F669-4229F85A961A}"/>
          </ac:spMkLst>
        </pc:spChg>
        <pc:spChg chg="add">
          <ac:chgData name="Leo Simon Bonitz (lbonitz)" userId="8906b7d1-67d2-4795-a490-50fa118293f8" providerId="ADAL" clId="{319CEF08-7AD5-4D86-9C07-E0EB4D5D7F66}" dt="2026-07-19T17:18:49.861" v="3348" actId="22"/>
          <ac:spMkLst>
            <pc:docMk/>
            <pc:sldMk cId="4128634932" sldId="334"/>
            <ac:spMk id="21" creationId="{57E56DA4-C1ED-03A2-CD40-BFA150875AAA}"/>
          </ac:spMkLst>
        </pc:spChg>
        <pc:spChg chg="add">
          <ac:chgData name="Leo Simon Bonitz (lbonitz)" userId="8906b7d1-67d2-4795-a490-50fa118293f8" providerId="ADAL" clId="{319CEF08-7AD5-4D86-9C07-E0EB4D5D7F66}" dt="2026-07-19T17:18:49.861" v="3348" actId="22"/>
          <ac:spMkLst>
            <pc:docMk/>
            <pc:sldMk cId="4128634932" sldId="334"/>
            <ac:spMk id="23" creationId="{8C3823D9-6935-15CB-9872-B90D715650E0}"/>
          </ac:spMkLst>
        </pc:spChg>
        <pc:spChg chg="add">
          <ac:chgData name="Leo Simon Bonitz (lbonitz)" userId="8906b7d1-67d2-4795-a490-50fa118293f8" providerId="ADAL" clId="{319CEF08-7AD5-4D86-9C07-E0EB4D5D7F66}" dt="2026-07-19T17:18:49.861" v="3348" actId="22"/>
          <ac:spMkLst>
            <pc:docMk/>
            <pc:sldMk cId="4128634932" sldId="334"/>
            <ac:spMk id="25" creationId="{373A5C2D-0FF9-4E9E-8E74-8FFFBB9B3ED7}"/>
          </ac:spMkLst>
        </pc:spChg>
        <pc:spChg chg="add">
          <ac:chgData name="Leo Simon Bonitz (lbonitz)" userId="8906b7d1-67d2-4795-a490-50fa118293f8" providerId="ADAL" clId="{319CEF08-7AD5-4D86-9C07-E0EB4D5D7F66}" dt="2026-07-19T17:18:49.861" v="3348" actId="22"/>
          <ac:spMkLst>
            <pc:docMk/>
            <pc:sldMk cId="4128634932" sldId="334"/>
            <ac:spMk id="27" creationId="{F6514D82-EBEB-199E-97B7-0A4A5E4CC478}"/>
          </ac:spMkLst>
        </pc:spChg>
        <pc:spChg chg="add">
          <ac:chgData name="Leo Simon Bonitz (lbonitz)" userId="8906b7d1-67d2-4795-a490-50fa118293f8" providerId="ADAL" clId="{319CEF08-7AD5-4D86-9C07-E0EB4D5D7F66}" dt="2026-07-19T17:18:57.875" v="3349" actId="22"/>
          <ac:spMkLst>
            <pc:docMk/>
            <pc:sldMk cId="4128634932" sldId="334"/>
            <ac:spMk id="29" creationId="{AA0B84E1-4BA1-BDC9-578D-1B4402A607EC}"/>
          </ac:spMkLst>
        </pc:spChg>
        <pc:spChg chg="add">
          <ac:chgData name="Leo Simon Bonitz (lbonitz)" userId="8906b7d1-67d2-4795-a490-50fa118293f8" providerId="ADAL" clId="{319CEF08-7AD5-4D86-9C07-E0EB4D5D7F66}" dt="2026-07-19T17:18:57.875" v="3349" actId="22"/>
          <ac:spMkLst>
            <pc:docMk/>
            <pc:sldMk cId="4128634932" sldId="334"/>
            <ac:spMk id="31" creationId="{33D97BBC-0175-070A-7C2C-9F20DCD3819D}"/>
          </ac:spMkLst>
        </pc:spChg>
        <pc:spChg chg="add">
          <ac:chgData name="Leo Simon Bonitz (lbonitz)" userId="8906b7d1-67d2-4795-a490-50fa118293f8" providerId="ADAL" clId="{319CEF08-7AD5-4D86-9C07-E0EB4D5D7F66}" dt="2026-07-19T17:18:57.875" v="3349" actId="22"/>
          <ac:spMkLst>
            <pc:docMk/>
            <pc:sldMk cId="4128634932" sldId="334"/>
            <ac:spMk id="33" creationId="{1906E890-DBA9-C14B-A6D6-632F9AB19956}"/>
          </ac:spMkLst>
        </pc:spChg>
      </pc:sldChg>
      <pc:sldChg chg="addSp delSp modSp mod modNotesTx">
        <pc:chgData name="Leo Simon Bonitz (lbonitz)" userId="8906b7d1-67d2-4795-a490-50fa118293f8" providerId="ADAL" clId="{319CEF08-7AD5-4D86-9C07-E0EB4D5D7F66}" dt="2026-07-20T19:15:23.184" v="5292" actId="20577"/>
        <pc:sldMkLst>
          <pc:docMk/>
          <pc:sldMk cId="912182879" sldId="335"/>
        </pc:sldMkLst>
        <pc:spChg chg="mod">
          <ac:chgData name="Leo Simon Bonitz (lbonitz)" userId="8906b7d1-67d2-4795-a490-50fa118293f8" providerId="ADAL" clId="{319CEF08-7AD5-4D86-9C07-E0EB4D5D7F66}" dt="2026-07-20T19:00:55.600" v="4833" actId="114"/>
          <ac:spMkLst>
            <pc:docMk/>
            <pc:sldMk cId="912182879" sldId="335"/>
            <ac:spMk id="3" creationId="{92288B69-1B40-79E1-8A69-692CDE885F23}"/>
          </ac:spMkLst>
        </pc:spChg>
        <pc:spChg chg="add del mod ord">
          <ac:chgData name="Leo Simon Bonitz (lbonitz)" userId="8906b7d1-67d2-4795-a490-50fa118293f8" providerId="ADAL" clId="{319CEF08-7AD5-4D86-9C07-E0EB4D5D7F66}" dt="2026-07-20T19:00:22.432" v="4825" actId="478"/>
          <ac:spMkLst>
            <pc:docMk/>
            <pc:sldMk cId="912182879" sldId="335"/>
            <ac:spMk id="9" creationId="{AE60D7A5-33DF-609D-8371-8578130BD611}"/>
          </ac:spMkLst>
        </pc:spChg>
        <pc:spChg chg="add mod ord">
          <ac:chgData name="Leo Simon Bonitz (lbonitz)" userId="8906b7d1-67d2-4795-a490-50fa118293f8" providerId="ADAL" clId="{319CEF08-7AD5-4D86-9C07-E0EB4D5D7F66}" dt="2026-07-20T19:00:49.701" v="4830" actId="1582"/>
          <ac:spMkLst>
            <pc:docMk/>
            <pc:sldMk cId="912182879" sldId="335"/>
            <ac:spMk id="13" creationId="{DA11B495-9F5D-3B6C-9998-7F7BE2ECBEC3}"/>
          </ac:spMkLst>
        </pc:spChg>
        <pc:picChg chg="mod ord">
          <ac:chgData name="Leo Simon Bonitz (lbonitz)" userId="8906b7d1-67d2-4795-a490-50fa118293f8" providerId="ADAL" clId="{319CEF08-7AD5-4D86-9C07-E0EB4D5D7F66}" dt="2026-07-20T18:59:37.149" v="4815" actId="14100"/>
          <ac:picMkLst>
            <pc:docMk/>
            <pc:sldMk cId="912182879" sldId="335"/>
            <ac:picMk id="11" creationId="{C2CCAC97-1E48-FD02-329F-D8A304F7EB68}"/>
          </ac:picMkLst>
        </pc:picChg>
      </pc:sldChg>
      <pc:sldChg chg="modNotesTx">
        <pc:chgData name="Leo Simon Bonitz (lbonitz)" userId="8906b7d1-67d2-4795-a490-50fa118293f8" providerId="ADAL" clId="{319CEF08-7AD5-4D86-9C07-E0EB4D5D7F66}" dt="2026-07-20T19:15:26.602" v="5302" actId="20577"/>
        <pc:sldMkLst>
          <pc:docMk/>
          <pc:sldMk cId="2841858804" sldId="336"/>
        </pc:sldMkLst>
      </pc:sldChg>
      <pc:sldChg chg="modSp mod modNotesTx">
        <pc:chgData name="Leo Simon Bonitz (lbonitz)" userId="8906b7d1-67d2-4795-a490-50fa118293f8" providerId="ADAL" clId="{319CEF08-7AD5-4D86-9C07-E0EB4D5D7F66}" dt="2026-07-20T19:15:30.309" v="5312" actId="20577"/>
        <pc:sldMkLst>
          <pc:docMk/>
          <pc:sldMk cId="3257214941" sldId="338"/>
        </pc:sldMkLst>
        <pc:picChg chg="mod">
          <ac:chgData name="Leo Simon Bonitz (lbonitz)" userId="8906b7d1-67d2-4795-a490-50fa118293f8" providerId="ADAL" clId="{319CEF08-7AD5-4D86-9C07-E0EB4D5D7F66}" dt="2026-07-20T16:31:10.439" v="4694" actId="14100"/>
          <ac:picMkLst>
            <pc:docMk/>
            <pc:sldMk cId="3257214941" sldId="338"/>
            <ac:picMk id="9" creationId="{285258EE-AB6A-1416-03D1-F079D339D458}"/>
          </ac:picMkLst>
        </pc:picChg>
      </pc:sldChg>
      <pc:sldChg chg="new del">
        <pc:chgData name="Leo Simon Bonitz (lbonitz)" userId="8906b7d1-67d2-4795-a490-50fa118293f8" providerId="ADAL" clId="{319CEF08-7AD5-4D86-9C07-E0EB4D5D7F66}" dt="2026-07-20T14:37:17.671" v="4629" actId="47"/>
        <pc:sldMkLst>
          <pc:docMk/>
          <pc:sldMk cId="2454638920" sldId="339"/>
        </pc:sldMkLst>
      </pc:sldChg>
      <pc:sldChg chg="addSp delSp modSp new mod setBg">
        <pc:chgData name="Leo Simon Bonitz (lbonitz)" userId="8906b7d1-67d2-4795-a490-50fa118293f8" providerId="ADAL" clId="{319CEF08-7AD5-4D86-9C07-E0EB4D5D7F66}" dt="2026-07-20T14:37:55.569" v="4685" actId="404"/>
        <pc:sldMkLst>
          <pc:docMk/>
          <pc:sldMk cId="3964648115" sldId="339"/>
        </pc:sldMkLst>
        <pc:spChg chg="mod">
          <ac:chgData name="Leo Simon Bonitz (lbonitz)" userId="8906b7d1-67d2-4795-a490-50fa118293f8" providerId="ADAL" clId="{319CEF08-7AD5-4D86-9C07-E0EB4D5D7F66}" dt="2026-07-20T14:37:55.569" v="4685" actId="404"/>
          <ac:spMkLst>
            <pc:docMk/>
            <pc:sldMk cId="3964648115" sldId="339"/>
            <ac:spMk id="2" creationId="{D7591858-3AA2-5DDA-2348-7E22A5AB7F36}"/>
          </ac:spMkLst>
        </pc:spChg>
        <pc:spChg chg="del mod">
          <ac:chgData name="Leo Simon Bonitz (lbonitz)" userId="8906b7d1-67d2-4795-a490-50fa118293f8" providerId="ADAL" clId="{319CEF08-7AD5-4D86-9C07-E0EB4D5D7F66}" dt="2026-07-20T14:37:46.625" v="4681" actId="478"/>
          <ac:spMkLst>
            <pc:docMk/>
            <pc:sldMk cId="3964648115" sldId="339"/>
            <ac:spMk id="3" creationId="{CF76D321-5E48-6014-C51B-D800012D2A67}"/>
          </ac:spMkLst>
        </pc:spChg>
        <pc:spChg chg="mod ord">
          <ac:chgData name="Leo Simon Bonitz (lbonitz)" userId="8906b7d1-67d2-4795-a490-50fa118293f8" providerId="ADAL" clId="{319CEF08-7AD5-4D86-9C07-E0EB4D5D7F66}" dt="2026-07-20T14:37:39.197" v="4680" actId="26606"/>
          <ac:spMkLst>
            <pc:docMk/>
            <pc:sldMk cId="3964648115" sldId="339"/>
            <ac:spMk id="4" creationId="{87B4A12A-6AEC-A18E-69BF-EB5D6D65874B}"/>
          </ac:spMkLst>
        </pc:spChg>
        <pc:spChg chg="mod">
          <ac:chgData name="Leo Simon Bonitz (lbonitz)" userId="8906b7d1-67d2-4795-a490-50fa118293f8" providerId="ADAL" clId="{319CEF08-7AD5-4D86-9C07-E0EB4D5D7F66}" dt="2026-07-20T14:37:39.197" v="4680" actId="26606"/>
          <ac:spMkLst>
            <pc:docMk/>
            <pc:sldMk cId="3964648115" sldId="339"/>
            <ac:spMk id="5" creationId="{0473B63F-818A-D832-5109-EA492590619F}"/>
          </ac:spMkLst>
        </pc:spChg>
        <pc:spChg chg="mod">
          <ac:chgData name="Leo Simon Bonitz (lbonitz)" userId="8906b7d1-67d2-4795-a490-50fa118293f8" providerId="ADAL" clId="{319CEF08-7AD5-4D86-9C07-E0EB4D5D7F66}" dt="2026-07-20T14:37:39.197" v="4680" actId="26606"/>
          <ac:spMkLst>
            <pc:docMk/>
            <pc:sldMk cId="3964648115" sldId="339"/>
            <ac:spMk id="6" creationId="{23059367-FB99-588C-75E3-A4C95F77CA42}"/>
          </ac:spMkLst>
        </pc:spChg>
        <pc:spChg chg="add">
          <ac:chgData name="Leo Simon Bonitz (lbonitz)" userId="8906b7d1-67d2-4795-a490-50fa118293f8" providerId="ADAL" clId="{319CEF08-7AD5-4D86-9C07-E0EB4D5D7F66}" dt="2026-07-20T14:37:39.197" v="4680" actId="26606"/>
          <ac:spMkLst>
            <pc:docMk/>
            <pc:sldMk cId="3964648115" sldId="339"/>
            <ac:spMk id="13" creationId="{5CEAD642-85CF-4750-8432-7C80C901F001}"/>
          </ac:spMkLst>
        </pc:spChg>
        <pc:spChg chg="add">
          <ac:chgData name="Leo Simon Bonitz (lbonitz)" userId="8906b7d1-67d2-4795-a490-50fa118293f8" providerId="ADAL" clId="{319CEF08-7AD5-4D86-9C07-E0EB4D5D7F66}" dt="2026-07-20T14:37:39.197" v="4680" actId="26606"/>
          <ac:spMkLst>
            <pc:docMk/>
            <pc:sldMk cId="3964648115" sldId="339"/>
            <ac:spMk id="15" creationId="{FA33EEAE-15D5-4119-8C1E-89D943F911EF}"/>
          </ac:spMkLst>
        </pc:spChg>
        <pc:spChg chg="add">
          <ac:chgData name="Leo Simon Bonitz (lbonitz)" userId="8906b7d1-67d2-4795-a490-50fa118293f8" providerId="ADAL" clId="{319CEF08-7AD5-4D86-9C07-E0EB4D5D7F66}" dt="2026-07-20T14:37:39.197" v="4680" actId="26606"/>
          <ac:spMkLst>
            <pc:docMk/>
            <pc:sldMk cId="3964648115" sldId="339"/>
            <ac:spMk id="17" creationId="{730D8B3B-9B80-4025-B934-26DC7D7CD231}"/>
          </ac:spMkLst>
        </pc:spChg>
        <pc:spChg chg="add">
          <ac:chgData name="Leo Simon Bonitz (lbonitz)" userId="8906b7d1-67d2-4795-a490-50fa118293f8" providerId="ADAL" clId="{319CEF08-7AD5-4D86-9C07-E0EB4D5D7F66}" dt="2026-07-20T14:37:39.197" v="4680" actId="26606"/>
          <ac:spMkLst>
            <pc:docMk/>
            <pc:sldMk cId="3964648115" sldId="339"/>
            <ac:spMk id="19" creationId="{B5A1B09C-1565-46F8-B70F-621C5EB48A09}"/>
          </ac:spMkLst>
        </pc:spChg>
        <pc:spChg chg="add">
          <ac:chgData name="Leo Simon Bonitz (lbonitz)" userId="8906b7d1-67d2-4795-a490-50fa118293f8" providerId="ADAL" clId="{319CEF08-7AD5-4D86-9C07-E0EB4D5D7F66}" dt="2026-07-20T14:37:39.197" v="4680" actId="26606"/>
          <ac:spMkLst>
            <pc:docMk/>
            <pc:sldMk cId="3964648115" sldId="339"/>
            <ac:spMk id="23" creationId="{53947E58-F088-49F1-A3D1-DEA690192E84}"/>
          </ac:spMkLst>
        </pc:spChg>
      </pc:sldChg>
      <pc:sldChg chg="modSp add mod modNotesTx">
        <pc:chgData name="Leo Simon Bonitz (lbonitz)" userId="8906b7d1-67d2-4795-a490-50fa118293f8" providerId="ADAL" clId="{319CEF08-7AD5-4D86-9C07-E0EB4D5D7F66}" dt="2026-07-20T20:05:17.393" v="6027" actId="20577"/>
        <pc:sldMkLst>
          <pc:docMk/>
          <pc:sldMk cId="3241737041" sldId="340"/>
        </pc:sldMkLst>
        <pc:spChg chg="mod">
          <ac:chgData name="Leo Simon Bonitz (lbonitz)" userId="8906b7d1-67d2-4795-a490-50fa118293f8" providerId="ADAL" clId="{319CEF08-7AD5-4D86-9C07-E0EB4D5D7F66}" dt="2026-07-20T20:04:14.199" v="6026" actId="20577"/>
          <ac:spMkLst>
            <pc:docMk/>
            <pc:sldMk cId="3241737041" sldId="340"/>
            <ac:spMk id="3" creationId="{596017BA-9C14-4E3F-EDBB-EE7EBF471F00}"/>
          </ac:spMkLst>
        </pc:spChg>
        <pc:spChg chg="mod">
          <ac:chgData name="Leo Simon Bonitz (lbonitz)" userId="8906b7d1-67d2-4795-a490-50fa118293f8" providerId="ADAL" clId="{319CEF08-7AD5-4D86-9C07-E0EB4D5D7F66}" dt="2026-07-20T18:51:43.345" v="4700" actId="20577"/>
          <ac:spMkLst>
            <pc:docMk/>
            <pc:sldMk cId="3241737041" sldId="340"/>
            <ac:spMk id="28" creationId="{93B85EE0-0979-38DE-2B6D-52F968DA890F}"/>
          </ac:spMkLst>
        </pc:spChg>
      </pc:sldChg>
      <pc:sldMasterChg chg="delSldLayout">
        <pc:chgData name="Leo Simon Bonitz (lbonitz)" userId="8906b7d1-67d2-4795-a490-50fa118293f8" providerId="ADAL" clId="{319CEF08-7AD5-4D86-9C07-E0EB4D5D7F66}" dt="2026-07-16T20:00:42.120" v="488" actId="47"/>
        <pc:sldMasterMkLst>
          <pc:docMk/>
          <pc:sldMasterMk cId="1665812244" sldId="2147483648"/>
        </pc:sldMasterMkLst>
      </pc:sldMasterChg>
    </pc:docChg>
  </pc:docChgLst>
  <pc:docChgLst>
    <pc:chgData name="Guest User" userId="S::urn:spo:tenantanon#35f8765e-cb47-4d80-afaf-42ff7060fddf::" providerId="AD" clId="Web-{B8C63125-C31D-67BD-BCC5-AC4C7BA73835}"/>
    <pc:docChg chg="modSld">
      <pc:chgData name="Guest User" userId="S::urn:spo:tenantanon#35f8765e-cb47-4d80-afaf-42ff7060fddf::" providerId="AD" clId="Web-{B8C63125-C31D-67BD-BCC5-AC4C7BA73835}" dt="2026-07-17T19:11:07.851" v="82" actId="20577"/>
      <pc:docMkLst>
        <pc:docMk/>
      </pc:docMkLst>
      <pc:sldChg chg="addSp delSp modSp">
        <pc:chgData name="Guest User" userId="S::urn:spo:tenantanon#35f8765e-cb47-4d80-afaf-42ff7060fddf::" providerId="AD" clId="Web-{B8C63125-C31D-67BD-BCC5-AC4C7BA73835}" dt="2026-07-17T19:11:07.851" v="82" actId="20577"/>
        <pc:sldMkLst>
          <pc:docMk/>
          <pc:sldMk cId="3799032642" sldId="319"/>
        </pc:sldMkLst>
        <pc:spChg chg="mod">
          <ac:chgData name="Guest User" userId="S::urn:spo:tenantanon#35f8765e-cb47-4d80-afaf-42ff7060fddf::" providerId="AD" clId="Web-{B8C63125-C31D-67BD-BCC5-AC4C7BA73835}" dt="2026-07-17T19:02:28.112" v="35"/>
          <ac:spMkLst>
            <pc:docMk/>
            <pc:sldMk cId="3799032642" sldId="319"/>
            <ac:spMk id="12" creationId="{104CAB35-CFFE-4E5D-A220-47BE4106D1E5}"/>
          </ac:spMkLst>
        </pc:spChg>
        <pc:spChg chg="mod">
          <ac:chgData name="Guest User" userId="S::urn:spo:tenantanon#35f8765e-cb47-4d80-afaf-42ff7060fddf::" providerId="AD" clId="Web-{B8C63125-C31D-67BD-BCC5-AC4C7BA73835}" dt="2026-07-17T19:02:50.223" v="36" actId="20577"/>
          <ac:spMkLst>
            <pc:docMk/>
            <pc:sldMk cId="3799032642" sldId="319"/>
            <ac:spMk id="13" creationId="{EB8967A4-6050-D793-E522-1DE19737B833}"/>
          </ac:spMkLst>
        </pc:spChg>
        <pc:spChg chg="add mod">
          <ac:chgData name="Guest User" userId="S::urn:spo:tenantanon#35f8765e-cb47-4d80-afaf-42ff7060fddf::" providerId="AD" clId="Web-{B8C63125-C31D-67BD-BCC5-AC4C7BA73835}" dt="2026-07-17T19:11:07.851" v="82" actId="20577"/>
          <ac:spMkLst>
            <pc:docMk/>
            <pc:sldMk cId="3799032642" sldId="319"/>
            <ac:spMk id="16" creationId="{EAB11C7A-CBD9-5F7C-3E3C-31F78808B308}"/>
          </ac:spMkLst>
        </pc:spChg>
        <pc:picChg chg="add mod ord">
          <ac:chgData name="Guest User" userId="S::urn:spo:tenantanon#35f8765e-cb47-4d80-afaf-42ff7060fddf::" providerId="AD" clId="Web-{B8C63125-C31D-67BD-BCC5-AC4C7BA73835}" dt="2026-07-17T19:01:49.345" v="32" actId="1076"/>
          <ac:picMkLst>
            <pc:docMk/>
            <pc:sldMk cId="3799032642" sldId="319"/>
            <ac:picMk id="2" creationId="{9B080D49-B1AB-0AB5-79A8-DF03286FD3C1}"/>
          </ac:picMkLst>
        </pc:picChg>
        <pc:picChg chg="add mod modCrop">
          <ac:chgData name="Guest User" userId="S::urn:spo:tenantanon#35f8765e-cb47-4d80-afaf-42ff7060fddf::" providerId="AD" clId="Web-{B8C63125-C31D-67BD-BCC5-AC4C7BA73835}" dt="2026-07-17T19:08:08.533" v="58" actId="1076"/>
          <ac:picMkLst>
            <pc:docMk/>
            <pc:sldMk cId="3799032642" sldId="319"/>
            <ac:picMk id="7" creationId="{13A88CDC-6711-90AD-B08F-9C6D8DD19136}"/>
          </ac:picMkLst>
        </pc:picChg>
        <pc:picChg chg="add mod">
          <ac:chgData name="Guest User" userId="S::urn:spo:tenantanon#35f8765e-cb47-4d80-afaf-42ff7060fddf::" providerId="AD" clId="Web-{B8C63125-C31D-67BD-BCC5-AC4C7BA73835}" dt="2026-07-17T19:09:24.301" v="63" actId="1076"/>
          <ac:picMkLst>
            <pc:docMk/>
            <pc:sldMk cId="3799032642" sldId="319"/>
            <ac:picMk id="10" creationId="{1E60D02B-667D-2822-B649-2F4DE6E1879B}"/>
          </ac:picMkLst>
        </pc:picChg>
        <pc:picChg chg="add mod">
          <ac:chgData name="Guest User" userId="S::urn:spo:tenantanon#35f8765e-cb47-4d80-afaf-42ff7060fddf::" providerId="AD" clId="Web-{B8C63125-C31D-67BD-BCC5-AC4C7BA73835}" dt="2026-07-17T19:09:17.551" v="62" actId="1076"/>
          <ac:picMkLst>
            <pc:docMk/>
            <pc:sldMk cId="3799032642" sldId="319"/>
            <ac:picMk id="11" creationId="{12D5A802-95C1-1707-7502-C8604BEFE760}"/>
          </ac:picMkLst>
        </pc:picChg>
      </pc:sldChg>
    </pc:docChg>
  </pc:docChgLst>
  <pc:docChgLst>
    <pc:chgData name="Mohammad Sepehr Arjmandikia (marjmand)" userId="7b674e5a-cb4f-4474-85b1-0df5a0160689" providerId="ADAL" clId="{CFE57941-8AAF-4E4B-B587-CFDF98E4222B}"/>
    <pc:docChg chg="undo custSel addSld delSld modSld sldOrd addSection delSection">
      <pc:chgData name="Mohammad Sepehr Arjmandikia (marjmand)" userId="7b674e5a-cb4f-4474-85b1-0df5a0160689" providerId="ADAL" clId="{CFE57941-8AAF-4E4B-B587-CFDF98E4222B}" dt="2026-07-20T19:00:14.810" v="345" actId="27636"/>
      <pc:docMkLst>
        <pc:docMk/>
      </pc:docMkLst>
      <pc:sldChg chg="addSp delSp modSp add del mod modClrScheme chgLayout">
        <pc:chgData name="Mohammad Sepehr Arjmandikia (marjmand)" userId="7b674e5a-cb4f-4474-85b1-0df5a0160689" providerId="ADAL" clId="{CFE57941-8AAF-4E4B-B587-CFDF98E4222B}" dt="2026-07-20T14:27:02.808" v="65" actId="47"/>
        <pc:sldMkLst>
          <pc:docMk/>
          <pc:sldMk cId="4229976742" sldId="334"/>
        </pc:sldMkLst>
        <pc:spChg chg="del mod">
          <ac:chgData name="Mohammad Sepehr Arjmandikia (marjmand)" userId="7b674e5a-cb4f-4474-85b1-0df5a0160689" providerId="ADAL" clId="{CFE57941-8AAF-4E4B-B587-CFDF98E4222B}" dt="2026-07-20T14:22:52.007" v="2" actId="22"/>
          <ac:spMkLst>
            <pc:docMk/>
            <pc:sldMk cId="4229976742" sldId="334"/>
            <ac:spMk id="3" creationId="{66575674-09D6-872C-1753-C9D4C8425830}"/>
          </ac:spMkLst>
        </pc:spChg>
        <pc:spChg chg="mod ord">
          <ac:chgData name="Mohammad Sepehr Arjmandikia (marjmand)" userId="7b674e5a-cb4f-4474-85b1-0df5a0160689" providerId="ADAL" clId="{CFE57941-8AAF-4E4B-B587-CFDF98E4222B}" dt="2026-07-20T14:26:35.505" v="61" actId="700"/>
          <ac:spMkLst>
            <pc:docMk/>
            <pc:sldMk cId="4229976742" sldId="334"/>
            <ac:spMk id="4" creationId="{0EB393A5-020C-2022-C5F7-749B4286126A}"/>
          </ac:spMkLst>
        </pc:spChg>
        <pc:spChg chg="mod ord">
          <ac:chgData name="Mohammad Sepehr Arjmandikia (marjmand)" userId="7b674e5a-cb4f-4474-85b1-0df5a0160689" providerId="ADAL" clId="{CFE57941-8AAF-4E4B-B587-CFDF98E4222B}" dt="2026-07-20T14:26:35.505" v="61" actId="700"/>
          <ac:spMkLst>
            <pc:docMk/>
            <pc:sldMk cId="4229976742" sldId="334"/>
            <ac:spMk id="5" creationId="{1D67AC4F-243E-4815-4598-B610498F843A}"/>
          </ac:spMkLst>
        </pc:spChg>
        <pc:spChg chg="mod ord">
          <ac:chgData name="Mohammad Sepehr Arjmandikia (marjmand)" userId="7b674e5a-cb4f-4474-85b1-0df5a0160689" providerId="ADAL" clId="{CFE57941-8AAF-4E4B-B587-CFDF98E4222B}" dt="2026-07-20T14:26:35.505" v="61" actId="700"/>
          <ac:spMkLst>
            <pc:docMk/>
            <pc:sldMk cId="4229976742" sldId="334"/>
            <ac:spMk id="6" creationId="{DD0FC1EB-C9C7-6595-5F12-5402F07032A0}"/>
          </ac:spMkLst>
        </pc:spChg>
        <pc:spChg chg="add mod ord">
          <ac:chgData name="Mohammad Sepehr Arjmandikia (marjmand)" userId="7b674e5a-cb4f-4474-85b1-0df5a0160689" providerId="ADAL" clId="{CFE57941-8AAF-4E4B-B587-CFDF98E4222B}" dt="2026-07-20T14:26:35.505" v="61" actId="700"/>
          <ac:spMkLst>
            <pc:docMk/>
            <pc:sldMk cId="4229976742" sldId="334"/>
            <ac:spMk id="9" creationId="{D2B8FCC2-74A0-9E89-92CC-547CFEE3FFC9}"/>
          </ac:spMkLst>
        </pc:spChg>
        <pc:picChg chg="add mod ord">
          <ac:chgData name="Mohammad Sepehr Arjmandikia (marjmand)" userId="7b674e5a-cb4f-4474-85b1-0df5a0160689" providerId="ADAL" clId="{CFE57941-8AAF-4E4B-B587-CFDF98E4222B}" dt="2026-07-20T14:26:37.777" v="62" actId="1076"/>
          <ac:picMkLst>
            <pc:docMk/>
            <pc:sldMk cId="4229976742" sldId="334"/>
            <ac:picMk id="7" creationId="{4434A43C-20C8-259C-51B2-D1A2B55E41DF}"/>
          </ac:picMkLst>
        </pc:picChg>
      </pc:sldChg>
      <pc:sldChg chg="addSp delSp modSp add mod ord">
        <pc:chgData name="Mohammad Sepehr Arjmandikia (marjmand)" userId="7b674e5a-cb4f-4474-85b1-0df5a0160689" providerId="ADAL" clId="{CFE57941-8AAF-4E4B-B587-CFDF98E4222B}" dt="2026-07-20T19:00:14.810" v="345" actId="27636"/>
        <pc:sldMkLst>
          <pc:docMk/>
          <pc:sldMk cId="912182879" sldId="335"/>
        </pc:sldMkLst>
        <pc:spChg chg="add mod">
          <ac:chgData name="Mohammad Sepehr Arjmandikia (marjmand)" userId="7b674e5a-cb4f-4474-85b1-0df5a0160689" providerId="ADAL" clId="{CFE57941-8AAF-4E4B-B587-CFDF98E4222B}" dt="2026-07-20T19:00:14.810" v="345" actId="27636"/>
          <ac:spMkLst>
            <pc:docMk/>
            <pc:sldMk cId="912182879" sldId="335"/>
            <ac:spMk id="3" creationId="{92288B69-1B40-79E1-8A69-692CDE885F23}"/>
          </ac:spMkLst>
        </pc:spChg>
        <pc:picChg chg="del">
          <ac:chgData name="Mohammad Sepehr Arjmandikia (marjmand)" userId="7b674e5a-cb4f-4474-85b1-0df5a0160689" providerId="ADAL" clId="{CFE57941-8AAF-4E4B-B587-CFDF98E4222B}" dt="2026-07-20T14:23:51.918" v="5" actId="478"/>
          <ac:picMkLst>
            <pc:docMk/>
            <pc:sldMk cId="912182879" sldId="335"/>
            <ac:picMk id="7" creationId="{06B51B95-A6E7-22B5-3711-70BD5EEC94A7}"/>
          </ac:picMkLst>
        </pc:picChg>
        <pc:picChg chg="add mod">
          <ac:chgData name="Mohammad Sepehr Arjmandikia (marjmand)" userId="7b674e5a-cb4f-4474-85b1-0df5a0160689" providerId="ADAL" clId="{CFE57941-8AAF-4E4B-B587-CFDF98E4222B}" dt="2026-07-20T14:24:08.914" v="55" actId="1076"/>
          <ac:picMkLst>
            <pc:docMk/>
            <pc:sldMk cId="912182879" sldId="335"/>
            <ac:picMk id="11" creationId="{C2CCAC97-1E48-FD02-329F-D8A304F7EB68}"/>
          </ac:picMkLst>
        </pc:picChg>
      </pc:sldChg>
      <pc:sldChg chg="addSp delSp modSp add mod ord">
        <pc:chgData name="Mohammad Sepehr Arjmandikia (marjmand)" userId="7b674e5a-cb4f-4474-85b1-0df5a0160689" providerId="ADAL" clId="{CFE57941-8AAF-4E4B-B587-CFDF98E4222B}" dt="2026-07-20T18:59:38.102" v="340" actId="20577"/>
        <pc:sldMkLst>
          <pc:docMk/>
          <pc:sldMk cId="2841858804" sldId="336"/>
        </pc:sldMkLst>
        <pc:spChg chg="mod">
          <ac:chgData name="Mohammad Sepehr Arjmandikia (marjmand)" userId="7b674e5a-cb4f-4474-85b1-0df5a0160689" providerId="ADAL" clId="{CFE57941-8AAF-4E4B-B587-CFDF98E4222B}" dt="2026-07-20T18:59:38.102" v="340" actId="20577"/>
          <ac:spMkLst>
            <pc:docMk/>
            <pc:sldMk cId="2841858804" sldId="336"/>
            <ac:spMk id="3" creationId="{F1FF004C-8EA8-7D9D-0B6A-DF3B72157F1C}"/>
          </ac:spMkLst>
        </pc:spChg>
        <pc:picChg chg="add mod">
          <ac:chgData name="Mohammad Sepehr Arjmandikia (marjmand)" userId="7b674e5a-cb4f-4474-85b1-0df5a0160689" providerId="ADAL" clId="{CFE57941-8AAF-4E4B-B587-CFDF98E4222B}" dt="2026-07-20T14:27:47.872" v="150" actId="1038"/>
          <ac:picMkLst>
            <pc:docMk/>
            <pc:sldMk cId="2841858804" sldId="336"/>
            <ac:picMk id="7" creationId="{34F552D9-5981-4205-9CA2-B926E2733F30}"/>
          </ac:picMkLst>
        </pc:picChg>
        <pc:picChg chg="del">
          <ac:chgData name="Mohammad Sepehr Arjmandikia (marjmand)" userId="7b674e5a-cb4f-4474-85b1-0df5a0160689" providerId="ADAL" clId="{CFE57941-8AAF-4E4B-B587-CFDF98E4222B}" dt="2026-07-20T14:27:08.015" v="69" actId="478"/>
          <ac:picMkLst>
            <pc:docMk/>
            <pc:sldMk cId="2841858804" sldId="336"/>
            <ac:picMk id="11" creationId="{2B162FA8-58DF-DAF2-5391-B8B6A72E42FE}"/>
          </ac:picMkLst>
        </pc:picChg>
        <pc:picChg chg="add mod">
          <ac:chgData name="Mohammad Sepehr Arjmandikia (marjmand)" userId="7b674e5a-cb4f-4474-85b1-0df5a0160689" providerId="ADAL" clId="{CFE57941-8AAF-4E4B-B587-CFDF98E4222B}" dt="2026-07-20T14:29:10.759" v="251" actId="1076"/>
          <ac:picMkLst>
            <pc:docMk/>
            <pc:sldMk cId="2841858804" sldId="336"/>
            <ac:picMk id="13" creationId="{CD86A817-3D92-540E-B670-413525EEBE11}"/>
          </ac:picMkLst>
        </pc:picChg>
      </pc:sldChg>
      <pc:sldChg chg="addSp delSp modSp add del mod">
        <pc:chgData name="Mohammad Sepehr Arjmandikia (marjmand)" userId="7b674e5a-cb4f-4474-85b1-0df5a0160689" providerId="ADAL" clId="{CFE57941-8AAF-4E4B-B587-CFDF98E4222B}" dt="2026-07-20T14:29:14.434" v="252" actId="47"/>
        <pc:sldMkLst>
          <pc:docMk/>
          <pc:sldMk cId="1446879277" sldId="337"/>
        </pc:sldMkLst>
        <pc:picChg chg="add mod">
          <ac:chgData name="Mohammad Sepehr Arjmandikia (marjmand)" userId="7b674e5a-cb4f-4474-85b1-0df5a0160689" providerId="ADAL" clId="{CFE57941-8AAF-4E4B-B587-CFDF98E4222B}" dt="2026-07-20T14:28:21.572" v="195" actId="1076"/>
          <ac:picMkLst>
            <pc:docMk/>
            <pc:sldMk cId="1446879277" sldId="337"/>
            <ac:picMk id="7" creationId="{6D52BD1B-0C21-438D-5F54-28EB940D828C}"/>
          </ac:picMkLst>
        </pc:picChg>
        <pc:picChg chg="add del mod">
          <ac:chgData name="Mohammad Sepehr Arjmandikia (marjmand)" userId="7b674e5a-cb4f-4474-85b1-0df5a0160689" providerId="ADAL" clId="{CFE57941-8AAF-4E4B-B587-CFDF98E4222B}" dt="2026-07-20T14:28:55.453" v="202" actId="478"/>
          <ac:picMkLst>
            <pc:docMk/>
            <pc:sldMk cId="1446879277" sldId="337"/>
            <ac:picMk id="9" creationId="{B2CAD942-D740-107D-46FE-389832C0DBD6}"/>
          </ac:picMkLst>
        </pc:picChg>
        <pc:picChg chg="del">
          <ac:chgData name="Mohammad Sepehr Arjmandikia (marjmand)" userId="7b674e5a-cb4f-4474-85b1-0df5a0160689" providerId="ADAL" clId="{CFE57941-8AAF-4E4B-B587-CFDF98E4222B}" dt="2026-07-20T14:28:09.817" v="152" actId="478"/>
          <ac:picMkLst>
            <pc:docMk/>
            <pc:sldMk cId="1446879277" sldId="337"/>
            <ac:picMk id="11" creationId="{C6D6C688-2A39-58C8-D92D-833EFF29554A}"/>
          </ac:picMkLst>
        </pc:picChg>
      </pc:sldChg>
      <pc:sldChg chg="addSp delSp modSp add mod">
        <pc:chgData name="Mohammad Sepehr Arjmandikia (marjmand)" userId="7b674e5a-cb4f-4474-85b1-0df5a0160689" providerId="ADAL" clId="{CFE57941-8AAF-4E4B-B587-CFDF98E4222B}" dt="2026-07-20T19:00:05.784" v="343" actId="1076"/>
        <pc:sldMkLst>
          <pc:docMk/>
          <pc:sldMk cId="3257214941" sldId="338"/>
        </pc:sldMkLst>
        <pc:spChg chg="mod">
          <ac:chgData name="Mohammad Sepehr Arjmandikia (marjmand)" userId="7b674e5a-cb4f-4474-85b1-0df5a0160689" providerId="ADAL" clId="{CFE57941-8AAF-4E4B-B587-CFDF98E4222B}" dt="2026-07-20T19:00:05.784" v="343" actId="1076"/>
          <ac:spMkLst>
            <pc:docMk/>
            <pc:sldMk cId="3257214941" sldId="338"/>
            <ac:spMk id="3" creationId="{A0C73094-1E1D-3BD9-5F76-AD57491F2990}"/>
          </ac:spMkLst>
        </pc:spChg>
        <pc:picChg chg="del">
          <ac:chgData name="Mohammad Sepehr Arjmandikia (marjmand)" userId="7b674e5a-cb4f-4474-85b1-0df5a0160689" providerId="ADAL" clId="{CFE57941-8AAF-4E4B-B587-CFDF98E4222B}" dt="2026-07-20T14:28:28.082" v="197" actId="478"/>
          <ac:picMkLst>
            <pc:docMk/>
            <pc:sldMk cId="3257214941" sldId="338"/>
            <ac:picMk id="7" creationId="{D1EB8836-A57F-CDBE-8798-909672B348FA}"/>
          </ac:picMkLst>
        </pc:picChg>
        <pc:picChg chg="add mod">
          <ac:chgData name="Mohammad Sepehr Arjmandikia (marjmand)" userId="7b674e5a-cb4f-4474-85b1-0df5a0160689" providerId="ADAL" clId="{CFE57941-8AAF-4E4B-B587-CFDF98E4222B}" dt="2026-07-20T14:33:01.458" v="321" actId="14100"/>
          <ac:picMkLst>
            <pc:docMk/>
            <pc:sldMk cId="3257214941" sldId="338"/>
            <ac:picMk id="9" creationId="{285258EE-AB6A-1416-03D1-F079D339D458}"/>
          </ac:picMkLst>
        </pc:picChg>
      </pc:sldChg>
    </pc:docChg>
  </pc:docChgLst>
  <pc:docChgLst>
    <pc:chgData name="Guest User" userId="S::urn:spo:tenantanon#35f8765e-cb47-4d80-afaf-42ff7060fddf::" providerId="AD" clId="Web-{C2D5BD94-FC3C-103E-8404-FBB7B2BA7127}"/>
    <pc:docChg chg="modSld">
      <pc:chgData name="Guest User" userId="S::urn:spo:tenantanon#35f8765e-cb47-4d80-afaf-42ff7060fddf::" providerId="AD" clId="Web-{C2D5BD94-FC3C-103E-8404-FBB7B2BA7127}" dt="2026-07-20T17:55:40.261" v="124" actId="20577"/>
      <pc:docMkLst>
        <pc:docMk/>
      </pc:docMkLst>
      <pc:sldChg chg="modSp">
        <pc:chgData name="Guest User" userId="S::urn:spo:tenantanon#35f8765e-cb47-4d80-afaf-42ff7060fddf::" providerId="AD" clId="Web-{C2D5BD94-FC3C-103E-8404-FBB7B2BA7127}" dt="2026-07-20T17:55:40.261" v="124" actId="20577"/>
        <pc:sldMkLst>
          <pc:docMk/>
          <pc:sldMk cId="3799032642" sldId="319"/>
        </pc:sldMkLst>
        <pc:spChg chg="mod">
          <ac:chgData name="Guest User" userId="S::urn:spo:tenantanon#35f8765e-cb47-4d80-afaf-42ff7060fddf::" providerId="AD" clId="Web-{C2D5BD94-FC3C-103E-8404-FBB7B2BA7127}" dt="2026-07-20T17:55:32.777" v="122" actId="20577"/>
          <ac:spMkLst>
            <pc:docMk/>
            <pc:sldMk cId="3799032642" sldId="319"/>
            <ac:spMk id="8" creationId="{AC6348D3-C57A-FEE9-582A-ACC00BCA65A3}"/>
          </ac:spMkLst>
        </pc:spChg>
        <pc:spChg chg="mod">
          <ac:chgData name="Guest User" userId="S::urn:spo:tenantanon#35f8765e-cb47-4d80-afaf-42ff7060fddf::" providerId="AD" clId="Web-{C2D5BD94-FC3C-103E-8404-FBB7B2BA7127}" dt="2026-07-20T17:55:12.636" v="118" actId="20577"/>
          <ac:spMkLst>
            <pc:docMk/>
            <pc:sldMk cId="3799032642" sldId="319"/>
            <ac:spMk id="15" creationId="{FF38ECFE-40EB-837E-E8E8-62E6D2C7C2EC}"/>
          </ac:spMkLst>
        </pc:spChg>
        <pc:spChg chg="mod">
          <ac:chgData name="Guest User" userId="S::urn:spo:tenantanon#35f8765e-cb47-4d80-afaf-42ff7060fddf::" providerId="AD" clId="Web-{C2D5BD94-FC3C-103E-8404-FBB7B2BA7127}" dt="2026-07-20T17:55:40.261" v="124" actId="20577"/>
          <ac:spMkLst>
            <pc:docMk/>
            <pc:sldMk cId="3799032642" sldId="319"/>
            <ac:spMk id="18" creationId="{63BF93B9-7579-F199-2AF4-E6E09F0DFB82}"/>
          </ac:spMkLst>
        </pc:spChg>
      </pc:sldChg>
      <pc:sldChg chg="addSp delSp modSp">
        <pc:chgData name="Guest User" userId="S::urn:spo:tenantanon#35f8765e-cb47-4d80-afaf-42ff7060fddf::" providerId="AD" clId="Web-{C2D5BD94-FC3C-103E-8404-FBB7B2BA7127}" dt="2026-07-20T17:53:01.350" v="109" actId="1076"/>
        <pc:sldMkLst>
          <pc:docMk/>
          <pc:sldMk cId="634832321" sldId="320"/>
        </pc:sldMkLst>
        <pc:spChg chg="mod">
          <ac:chgData name="Guest User" userId="S::urn:spo:tenantanon#35f8765e-cb47-4d80-afaf-42ff7060fddf::" providerId="AD" clId="Web-{C2D5BD94-FC3C-103E-8404-FBB7B2BA7127}" dt="2026-07-20T17:45:18.320" v="64" actId="20577"/>
          <ac:spMkLst>
            <pc:docMk/>
            <pc:sldMk cId="634832321" sldId="320"/>
            <ac:spMk id="3" creationId="{DAF113CF-B7B3-DDBB-2A49-1BA3E0BDB885}"/>
          </ac:spMkLst>
        </pc:spChg>
        <pc:picChg chg="add mod">
          <ac:chgData name="Guest User" userId="S::urn:spo:tenantanon#35f8765e-cb47-4d80-afaf-42ff7060fddf::" providerId="AD" clId="Web-{C2D5BD94-FC3C-103E-8404-FBB7B2BA7127}" dt="2026-07-20T17:46:50.839" v="81" actId="1076"/>
          <ac:picMkLst>
            <pc:docMk/>
            <pc:sldMk cId="634832321" sldId="320"/>
            <ac:picMk id="2" creationId="{47ABA98A-95F8-B423-E649-FFCE9F3CDBFC}"/>
          </ac:picMkLst>
        </pc:picChg>
        <pc:picChg chg="add mod">
          <ac:chgData name="Guest User" userId="S::urn:spo:tenantanon#35f8765e-cb47-4d80-afaf-42ff7060fddf::" providerId="AD" clId="Web-{C2D5BD94-FC3C-103E-8404-FBB7B2BA7127}" dt="2026-07-20T17:47:08.027" v="84" actId="1076"/>
          <ac:picMkLst>
            <pc:docMk/>
            <pc:sldMk cId="634832321" sldId="320"/>
            <ac:picMk id="7" creationId="{2A09B0A8-A95B-5125-0F21-B8360396BD54}"/>
          </ac:picMkLst>
        </pc:picChg>
        <pc:picChg chg="add mod">
          <ac:chgData name="Guest User" userId="S::urn:spo:tenantanon#35f8765e-cb47-4d80-afaf-42ff7060fddf::" providerId="AD" clId="Web-{C2D5BD94-FC3C-103E-8404-FBB7B2BA7127}" dt="2026-07-20T17:47:20.605" v="85" actId="14100"/>
          <ac:picMkLst>
            <pc:docMk/>
            <pc:sldMk cId="634832321" sldId="320"/>
            <ac:picMk id="8" creationId="{F37ED9AE-399D-D5FF-EBCB-D7C325FE55A0}"/>
          </ac:picMkLst>
        </pc:picChg>
        <pc:picChg chg="add mod">
          <ac:chgData name="Guest User" userId="S::urn:spo:tenantanon#35f8765e-cb47-4d80-afaf-42ff7060fddf::" providerId="AD" clId="Web-{C2D5BD94-FC3C-103E-8404-FBB7B2BA7127}" dt="2026-07-20T17:50:41.502" v="104" actId="1076"/>
          <ac:picMkLst>
            <pc:docMk/>
            <pc:sldMk cId="634832321" sldId="320"/>
            <ac:picMk id="9" creationId="{C5C11DA2-F829-8202-EC03-6CC36302740E}"/>
          </ac:picMkLst>
        </pc:picChg>
        <pc:picChg chg="add mod">
          <ac:chgData name="Guest User" userId="S::urn:spo:tenantanon#35f8765e-cb47-4d80-afaf-42ff7060fddf::" providerId="AD" clId="Web-{C2D5BD94-FC3C-103E-8404-FBB7B2BA7127}" dt="2026-07-20T17:53:01.350" v="109" actId="1076"/>
          <ac:picMkLst>
            <pc:docMk/>
            <pc:sldMk cId="634832321" sldId="320"/>
            <ac:picMk id="10" creationId="{176E43CD-1140-07B8-330B-2713159FEF4C}"/>
          </ac:picMkLst>
        </pc:picChg>
        <pc:picChg chg="add del mod">
          <ac:chgData name="Guest User" userId="S::urn:spo:tenantanon#35f8765e-cb47-4d80-afaf-42ff7060fddf::" providerId="AD" clId="Web-{C2D5BD94-FC3C-103E-8404-FBB7B2BA7127}" dt="2026-07-20T17:48:35.467" v="92"/>
          <ac:picMkLst>
            <pc:docMk/>
            <pc:sldMk cId="634832321" sldId="320"/>
            <ac:picMk id="11" creationId="{954B8566-8DFC-57E9-0002-62E6AD9EA75F}"/>
          </ac:picMkLst>
        </pc:picChg>
        <pc:picChg chg="add mod">
          <ac:chgData name="Guest User" userId="S::urn:spo:tenantanon#35f8765e-cb47-4d80-afaf-42ff7060fddf::" providerId="AD" clId="Web-{C2D5BD94-FC3C-103E-8404-FBB7B2BA7127}" dt="2026-07-20T17:48:56.015" v="94" actId="1076"/>
          <ac:picMkLst>
            <pc:docMk/>
            <pc:sldMk cId="634832321" sldId="320"/>
            <ac:picMk id="15" creationId="{5FDD8DE8-94E6-EFED-FEF6-BA0C3FF6DE38}"/>
          </ac:picMkLst>
        </pc:picChg>
        <pc:picChg chg="add mod">
          <ac:chgData name="Guest User" userId="S::urn:spo:tenantanon#35f8765e-cb47-4d80-afaf-42ff7060fddf::" providerId="AD" clId="Web-{C2D5BD94-FC3C-103E-8404-FBB7B2BA7127}" dt="2026-07-20T17:50:30.814" v="103" actId="1076"/>
          <ac:picMkLst>
            <pc:docMk/>
            <pc:sldMk cId="634832321" sldId="320"/>
            <ac:picMk id="16" creationId="{86734FC7-A449-84E6-8453-B8F8BCB0643A}"/>
          </ac:picMkLst>
        </pc:picChg>
        <pc:picChg chg="add del mod">
          <ac:chgData name="Guest User" userId="S::urn:spo:tenantanon#35f8765e-cb47-4d80-afaf-42ff7060fddf::" providerId="AD" clId="Web-{C2D5BD94-FC3C-103E-8404-FBB7B2BA7127}" dt="2026-07-20T17:49:36.172" v="98"/>
          <ac:picMkLst>
            <pc:docMk/>
            <pc:sldMk cId="634832321" sldId="320"/>
            <ac:picMk id="17" creationId="{36FE9EF9-A677-782B-92CB-3B9C72ADBC0F}"/>
          </ac:picMkLst>
        </pc:picChg>
        <pc:picChg chg="add mod">
          <ac:chgData name="Guest User" userId="S::urn:spo:tenantanon#35f8765e-cb47-4d80-afaf-42ff7060fddf::" providerId="AD" clId="Web-{C2D5BD94-FC3C-103E-8404-FBB7B2BA7127}" dt="2026-07-20T17:49:58.454" v="100" actId="1076"/>
          <ac:picMkLst>
            <pc:docMk/>
            <pc:sldMk cId="634832321" sldId="320"/>
            <ac:picMk id="18" creationId="{121BBA91-FC08-8074-BF87-CC5B9C51C2CC}"/>
          </ac:picMkLst>
        </pc:picChg>
        <pc:picChg chg="add mod">
          <ac:chgData name="Guest User" userId="S::urn:spo:tenantanon#35f8765e-cb47-4d80-afaf-42ff7060fddf::" providerId="AD" clId="Web-{C2D5BD94-FC3C-103E-8404-FBB7B2BA7127}" dt="2026-07-20T17:52:04.567" v="106" actId="1076"/>
          <ac:picMkLst>
            <pc:docMk/>
            <pc:sldMk cId="634832321" sldId="320"/>
            <ac:picMk id="19" creationId="{AA559B5A-6A2B-8813-6DD8-163DDD59F823}"/>
          </ac:picMkLst>
        </pc:picChg>
      </pc:sldChg>
    </pc:docChg>
  </pc:docChgLst>
  <pc:docChgLst>
    <pc:chgData name="Guest User" userId="S::urn:spo:tenantanon#35f8765e-cb47-4d80-afaf-42ff7060fddf::" providerId="AD" clId="Web-{034E75AE-1632-4F9E-74EF-8500095C2FE4}"/>
    <pc:docChg chg="addSld modSld">
      <pc:chgData name="Guest User" userId="S::urn:spo:tenantanon#35f8765e-cb47-4d80-afaf-42ff7060fddf::" providerId="AD" clId="Web-{034E75AE-1632-4F9E-74EF-8500095C2FE4}" dt="2026-07-18T15:33:33.388" v="303" actId="20577"/>
      <pc:docMkLst>
        <pc:docMk/>
      </pc:docMkLst>
      <pc:sldChg chg="addSp delSp modSp">
        <pc:chgData name="Guest User" userId="S::urn:spo:tenantanon#35f8765e-cb47-4d80-afaf-42ff7060fddf::" providerId="AD" clId="Web-{034E75AE-1632-4F9E-74EF-8500095C2FE4}" dt="2026-07-18T13:32:24.900" v="140" actId="20577"/>
        <pc:sldMkLst>
          <pc:docMk/>
          <pc:sldMk cId="3799032642" sldId="319"/>
        </pc:sldMkLst>
        <pc:spChg chg="mod">
          <ac:chgData name="Guest User" userId="S::urn:spo:tenantanon#35f8765e-cb47-4d80-afaf-42ff7060fddf::" providerId="AD" clId="Web-{034E75AE-1632-4F9E-74EF-8500095C2FE4}" dt="2026-07-18T13:26:08.279" v="108" actId="1076"/>
          <ac:spMkLst>
            <pc:docMk/>
            <pc:sldMk cId="3799032642" sldId="319"/>
            <ac:spMk id="6" creationId="{EB694FDF-82D4-D285-A7D1-FF497434D13C}"/>
          </ac:spMkLst>
        </pc:spChg>
        <pc:spChg chg="add mod">
          <ac:chgData name="Guest User" userId="S::urn:spo:tenantanon#35f8765e-cb47-4d80-afaf-42ff7060fddf::" providerId="AD" clId="Web-{034E75AE-1632-4F9E-74EF-8500095C2FE4}" dt="2026-07-18T13:23:53.974" v="66" actId="1076"/>
          <ac:spMkLst>
            <pc:docMk/>
            <pc:sldMk cId="3799032642" sldId="319"/>
            <ac:spMk id="8" creationId="{AC6348D3-C57A-FEE9-582A-ACC00BCA65A3}"/>
          </ac:spMkLst>
        </pc:spChg>
        <pc:spChg chg="mod">
          <ac:chgData name="Guest User" userId="S::urn:spo:tenantanon#35f8765e-cb47-4d80-afaf-42ff7060fddf::" providerId="AD" clId="Web-{034E75AE-1632-4F9E-74EF-8500095C2FE4}" dt="2026-07-18T13:32:24.900" v="140" actId="20577"/>
          <ac:spMkLst>
            <pc:docMk/>
            <pc:sldMk cId="3799032642" sldId="319"/>
            <ac:spMk id="13" creationId="{EB8967A4-6050-D793-E522-1DE19737B833}"/>
          </ac:spMkLst>
        </pc:spChg>
        <pc:spChg chg="add mod">
          <ac:chgData name="Guest User" userId="S::urn:spo:tenantanon#35f8765e-cb47-4d80-afaf-42ff7060fddf::" providerId="AD" clId="Web-{034E75AE-1632-4F9E-74EF-8500095C2FE4}" dt="2026-07-18T13:25:57.825" v="106" actId="1076"/>
          <ac:spMkLst>
            <pc:docMk/>
            <pc:sldMk cId="3799032642" sldId="319"/>
            <ac:spMk id="15" creationId="{FF38ECFE-40EB-837E-E8E8-62E6D2C7C2EC}"/>
          </ac:spMkLst>
        </pc:spChg>
        <pc:spChg chg="mod">
          <ac:chgData name="Guest User" userId="S::urn:spo:tenantanon#35f8765e-cb47-4d80-afaf-42ff7060fddf::" providerId="AD" clId="Web-{034E75AE-1632-4F9E-74EF-8500095C2FE4}" dt="2026-07-18T13:25:46.309" v="105" actId="1076"/>
          <ac:spMkLst>
            <pc:docMk/>
            <pc:sldMk cId="3799032642" sldId="319"/>
            <ac:spMk id="16" creationId="{EAB11C7A-CBD9-5F7C-3E3C-31F78808B308}"/>
          </ac:spMkLst>
        </pc:spChg>
        <pc:spChg chg="add mod">
          <ac:chgData name="Guest User" userId="S::urn:spo:tenantanon#35f8765e-cb47-4d80-afaf-42ff7060fddf::" providerId="AD" clId="Web-{034E75AE-1632-4F9E-74EF-8500095C2FE4}" dt="2026-07-18T13:24:57.618" v="86" actId="1076"/>
          <ac:spMkLst>
            <pc:docMk/>
            <pc:sldMk cId="3799032642" sldId="319"/>
            <ac:spMk id="17" creationId="{F671701B-BE11-BE30-CDE7-DD967BF128A5}"/>
          </ac:spMkLst>
        </pc:spChg>
        <pc:spChg chg="add mod">
          <ac:chgData name="Guest User" userId="S::urn:spo:tenantanon#35f8765e-cb47-4d80-afaf-42ff7060fddf::" providerId="AD" clId="Web-{034E75AE-1632-4F9E-74EF-8500095C2FE4}" dt="2026-07-18T13:27:48.976" v="120" actId="1076"/>
          <ac:spMkLst>
            <pc:docMk/>
            <pc:sldMk cId="3799032642" sldId="319"/>
            <ac:spMk id="18" creationId="{63BF93B9-7579-F199-2AF4-E6E09F0DFB82}"/>
          </ac:spMkLst>
        </pc:spChg>
        <pc:picChg chg="mod">
          <ac:chgData name="Guest User" userId="S::urn:spo:tenantanon#35f8765e-cb47-4d80-afaf-42ff7060fddf::" providerId="AD" clId="Web-{034E75AE-1632-4F9E-74EF-8500095C2FE4}" dt="2026-07-18T13:21:15.276" v="25" actId="1076"/>
          <ac:picMkLst>
            <pc:docMk/>
            <pc:sldMk cId="3799032642" sldId="319"/>
            <ac:picMk id="2" creationId="{9B080D49-B1AB-0AB5-79A8-DF03286FD3C1}"/>
          </ac:picMkLst>
        </pc:picChg>
        <pc:picChg chg="mod">
          <ac:chgData name="Guest User" userId="S::urn:spo:tenantanon#35f8765e-cb47-4d80-afaf-42ff7060fddf::" providerId="AD" clId="Web-{034E75AE-1632-4F9E-74EF-8500095C2FE4}" dt="2026-07-18T13:27:08.472" v="114" actId="1076"/>
          <ac:picMkLst>
            <pc:docMk/>
            <pc:sldMk cId="3799032642" sldId="319"/>
            <ac:picMk id="7" creationId="{13A88CDC-6711-90AD-B08F-9C6D8DD19136}"/>
          </ac:picMkLst>
        </pc:picChg>
        <pc:picChg chg="mod">
          <ac:chgData name="Guest User" userId="S::urn:spo:tenantanon#35f8765e-cb47-4d80-afaf-42ff7060fddf::" providerId="AD" clId="Web-{034E75AE-1632-4F9E-74EF-8500095C2FE4}" dt="2026-07-18T13:27:22.582" v="115" actId="1076"/>
          <ac:picMkLst>
            <pc:docMk/>
            <pc:sldMk cId="3799032642" sldId="319"/>
            <ac:picMk id="10" creationId="{1E60D02B-667D-2822-B649-2F4DE6E1879B}"/>
          </ac:picMkLst>
        </pc:picChg>
        <pc:picChg chg="add mod">
          <ac:chgData name="Guest User" userId="S::urn:spo:tenantanon#35f8765e-cb47-4d80-afaf-42ff7060fddf::" providerId="AD" clId="Web-{034E75AE-1632-4F9E-74EF-8500095C2FE4}" dt="2026-07-18T13:27:39.912" v="119" actId="1076"/>
          <ac:picMkLst>
            <pc:docMk/>
            <pc:sldMk cId="3799032642" sldId="319"/>
            <ac:picMk id="19" creationId="{77B2F49C-1262-97D7-1036-2AA685B2F208}"/>
          </ac:picMkLst>
        </pc:picChg>
      </pc:sldChg>
      <pc:sldChg chg="modSp">
        <pc:chgData name="Guest User" userId="S::urn:spo:tenantanon#35f8765e-cb47-4d80-afaf-42ff7060fddf::" providerId="AD" clId="Web-{034E75AE-1632-4F9E-74EF-8500095C2FE4}" dt="2026-07-18T15:33:33.388" v="303" actId="20577"/>
        <pc:sldMkLst>
          <pc:docMk/>
          <pc:sldMk cId="634832321" sldId="320"/>
        </pc:sldMkLst>
        <pc:spChg chg="mod">
          <ac:chgData name="Guest User" userId="S::urn:spo:tenantanon#35f8765e-cb47-4d80-afaf-42ff7060fddf::" providerId="AD" clId="Web-{034E75AE-1632-4F9E-74EF-8500095C2FE4}" dt="2026-07-18T15:33:33.388" v="303" actId="20577"/>
          <ac:spMkLst>
            <pc:docMk/>
            <pc:sldMk cId="634832321" sldId="320"/>
            <ac:spMk id="3" creationId="{DAF113CF-B7B3-DDBB-2A49-1BA3E0BDB885}"/>
          </ac:spMkLst>
        </pc:spChg>
      </pc:sldChg>
      <pc:sldChg chg="addSp delSp modSp new">
        <pc:chgData name="Guest User" userId="S::urn:spo:tenantanon#35f8765e-cb47-4d80-afaf-42ff7060fddf::" providerId="AD" clId="Web-{034E75AE-1632-4F9E-74EF-8500095C2FE4}" dt="2026-07-18T13:53:13.624" v="238" actId="14100"/>
        <pc:sldMkLst>
          <pc:docMk/>
          <pc:sldMk cId="2887563677" sldId="332"/>
        </pc:sldMkLst>
        <pc:spChg chg="add mod">
          <ac:chgData name="Guest User" userId="S::urn:spo:tenantanon#35f8765e-cb47-4d80-afaf-42ff7060fddf::" providerId="AD" clId="Web-{034E75AE-1632-4F9E-74EF-8500095C2FE4}" dt="2026-07-18T13:31:16.052" v="129" actId="20577"/>
          <ac:spMkLst>
            <pc:docMk/>
            <pc:sldMk cId="2887563677" sldId="332"/>
            <ac:spMk id="8" creationId="{CFC51998-638A-8421-9C41-FA7439A84FD6}"/>
          </ac:spMkLst>
        </pc:spChg>
        <pc:spChg chg="add mod">
          <ac:chgData name="Guest User" userId="S::urn:spo:tenantanon#35f8765e-cb47-4d80-afaf-42ff7060fddf::" providerId="AD" clId="Web-{034E75AE-1632-4F9E-74EF-8500095C2FE4}" dt="2026-07-18T13:53:13.624" v="238" actId="14100"/>
          <ac:spMkLst>
            <pc:docMk/>
            <pc:sldMk cId="2887563677" sldId="332"/>
            <ac:spMk id="12" creationId="{BDFDE35E-94A8-9EEC-A72C-A021AE836E03}"/>
          </ac:spMkLst>
        </pc:spChg>
        <pc:spChg chg="add mod">
          <ac:chgData name="Guest User" userId="S::urn:spo:tenantanon#35f8765e-cb47-4d80-afaf-42ff7060fddf::" providerId="AD" clId="Web-{034E75AE-1632-4F9E-74EF-8500095C2FE4}" dt="2026-07-18T13:35:22.036" v="154" actId="20577"/>
          <ac:spMkLst>
            <pc:docMk/>
            <pc:sldMk cId="2887563677" sldId="332"/>
            <ac:spMk id="15" creationId="{197E63FC-F729-815D-D553-7D2F93A3335F}"/>
          </ac:spMkLst>
        </pc:spChg>
        <pc:spChg chg="add mod">
          <ac:chgData name="Guest User" userId="S::urn:spo:tenantanon#35f8765e-cb47-4d80-afaf-42ff7060fddf::" providerId="AD" clId="Web-{034E75AE-1632-4F9E-74EF-8500095C2FE4}" dt="2026-07-18T13:40:35.325" v="190" actId="1076"/>
          <ac:spMkLst>
            <pc:docMk/>
            <pc:sldMk cId="2887563677" sldId="332"/>
            <ac:spMk id="17" creationId="{4A509328-F476-B9D6-DA74-CF4BEF45D726}"/>
          </ac:spMkLst>
        </pc:spChg>
        <pc:picChg chg="add mod ord">
          <ac:chgData name="Guest User" userId="S::urn:spo:tenantanon#35f8765e-cb47-4d80-afaf-42ff7060fddf::" providerId="AD" clId="Web-{034E75AE-1632-4F9E-74EF-8500095C2FE4}" dt="2026-07-18T13:34:09.860" v="143" actId="14100"/>
          <ac:picMkLst>
            <pc:docMk/>
            <pc:sldMk cId="2887563677" sldId="332"/>
            <ac:picMk id="13" creationId="{583B8B56-538F-E292-ECCE-444F0EF21C8C}"/>
          </ac:picMkLst>
        </pc:picChg>
        <pc:picChg chg="add mod">
          <ac:chgData name="Guest User" userId="S::urn:spo:tenantanon#35f8765e-cb47-4d80-afaf-42ff7060fddf::" providerId="AD" clId="Web-{034E75AE-1632-4F9E-74EF-8500095C2FE4}" dt="2026-07-18T13:40:24.356" v="189" actId="1076"/>
          <ac:picMkLst>
            <pc:docMk/>
            <pc:sldMk cId="2887563677" sldId="332"/>
            <ac:picMk id="16" creationId="{118677B8-EE59-033B-8604-ED80A173B64B}"/>
          </ac:picMkLst>
        </pc:picChg>
        <pc:picChg chg="add mod">
          <ac:chgData name="Guest User" userId="S::urn:spo:tenantanon#35f8765e-cb47-4d80-afaf-42ff7060fddf::" providerId="AD" clId="Web-{034E75AE-1632-4F9E-74EF-8500095C2FE4}" dt="2026-07-18T13:41:34.516" v="196" actId="14100"/>
          <ac:picMkLst>
            <pc:docMk/>
            <pc:sldMk cId="2887563677" sldId="332"/>
            <ac:picMk id="18" creationId="{A4270378-FDF5-231B-348B-3F35CD16BE05}"/>
          </ac:picMkLst>
        </pc:picChg>
        <pc:picChg chg="add mod modCrop">
          <ac:chgData name="Guest User" userId="S::urn:spo:tenantanon#35f8765e-cb47-4d80-afaf-42ff7060fddf::" providerId="AD" clId="Web-{034E75AE-1632-4F9E-74EF-8500095C2FE4}" dt="2026-07-18T13:38:35.302" v="178"/>
          <ac:picMkLst>
            <pc:docMk/>
            <pc:sldMk cId="2887563677" sldId="332"/>
            <ac:picMk id="20" creationId="{BA22F58E-079F-A397-C2F4-0401A2A45AEC}"/>
          </ac:picMkLst>
        </pc:picChg>
        <pc:picChg chg="add mod">
          <ac:chgData name="Guest User" userId="S::urn:spo:tenantanon#35f8765e-cb47-4d80-afaf-42ff7060fddf::" providerId="AD" clId="Web-{034E75AE-1632-4F9E-74EF-8500095C2FE4}" dt="2026-07-18T13:41:43.330" v="197" actId="1076"/>
          <ac:picMkLst>
            <pc:docMk/>
            <pc:sldMk cId="2887563677" sldId="332"/>
            <ac:picMk id="21" creationId="{E28F7D08-8026-FF94-7133-6EF5565D2F6C}"/>
          </ac:picMkLst>
        </pc:picChg>
        <pc:picChg chg="add mod">
          <ac:chgData name="Guest User" userId="S::urn:spo:tenantanon#35f8765e-cb47-4d80-afaf-42ff7060fddf::" providerId="AD" clId="Web-{034E75AE-1632-4F9E-74EF-8500095C2FE4}" dt="2026-07-18T13:42:14.613" v="199" actId="1076"/>
          <ac:picMkLst>
            <pc:docMk/>
            <pc:sldMk cId="2887563677" sldId="332"/>
            <ac:picMk id="22" creationId="{368FDB6D-0FF1-FF92-13E2-F0AB8C5DE5F8}"/>
          </ac:picMkLst>
        </pc:picChg>
        <pc:picChg chg="add mod">
          <ac:chgData name="Guest User" userId="S::urn:spo:tenantanon#35f8765e-cb47-4d80-afaf-42ff7060fddf::" providerId="AD" clId="Web-{034E75AE-1632-4F9E-74EF-8500095C2FE4}" dt="2026-07-18T13:42:19.410" v="200" actId="1076"/>
          <ac:picMkLst>
            <pc:docMk/>
            <pc:sldMk cId="2887563677" sldId="332"/>
            <ac:picMk id="23" creationId="{2740E51C-6122-81C3-A631-36E627D61C5A}"/>
          </ac:picMkLst>
        </pc:picChg>
        <pc:picChg chg="add mod">
          <ac:chgData name="Guest User" userId="S::urn:spo:tenantanon#35f8765e-cb47-4d80-afaf-42ff7060fddf::" providerId="AD" clId="Web-{034E75AE-1632-4F9E-74EF-8500095C2FE4}" dt="2026-07-18T13:41:20.516" v="194" actId="1076"/>
          <ac:picMkLst>
            <pc:docMk/>
            <pc:sldMk cId="2887563677" sldId="332"/>
            <ac:picMk id="24" creationId="{EDFEBDC0-8CCA-763F-D383-CBBC5947D380}"/>
          </ac:picMkLst>
        </pc:picChg>
        <pc:picChg chg="add mod">
          <ac:chgData name="Guest User" userId="S::urn:spo:tenantanon#35f8765e-cb47-4d80-afaf-42ff7060fddf::" providerId="AD" clId="Web-{034E75AE-1632-4F9E-74EF-8500095C2FE4}" dt="2026-07-18T13:43:43.197" v="204" actId="1076"/>
          <ac:picMkLst>
            <pc:docMk/>
            <pc:sldMk cId="2887563677" sldId="332"/>
            <ac:picMk id="26" creationId="{1AE0DDB5-1429-105C-E3BC-1E46B9AE3BBC}"/>
          </ac:picMkLst>
        </pc:picChg>
        <pc:picChg chg="add mod">
          <ac:chgData name="Guest User" userId="S::urn:spo:tenantanon#35f8765e-cb47-4d80-afaf-42ff7060fddf::" providerId="AD" clId="Web-{034E75AE-1632-4F9E-74EF-8500095C2FE4}" dt="2026-07-18T13:44:04.573" v="206" actId="1076"/>
          <ac:picMkLst>
            <pc:docMk/>
            <pc:sldMk cId="2887563677" sldId="332"/>
            <ac:picMk id="27" creationId="{584B0AC6-E8B2-3CC5-976E-BE384580AA41}"/>
          </ac:picMkLst>
        </pc:picChg>
        <pc:picChg chg="add mod">
          <ac:chgData name="Guest User" userId="S::urn:spo:tenantanon#35f8765e-cb47-4d80-afaf-42ff7060fddf::" providerId="AD" clId="Web-{034E75AE-1632-4F9E-74EF-8500095C2FE4}" dt="2026-07-18T13:44:37.403" v="208" actId="1076"/>
          <ac:picMkLst>
            <pc:docMk/>
            <pc:sldMk cId="2887563677" sldId="332"/>
            <ac:picMk id="28" creationId="{9842719A-6B40-66B0-4E86-77C9C2DA87AA}"/>
          </ac:picMkLst>
        </pc:picChg>
        <pc:picChg chg="add mod">
          <ac:chgData name="Guest User" userId="S::urn:spo:tenantanon#35f8765e-cb47-4d80-afaf-42ff7060fddf::" providerId="AD" clId="Web-{034E75AE-1632-4F9E-74EF-8500095C2FE4}" dt="2026-07-18T13:45:20.515" v="210" actId="1076"/>
          <ac:picMkLst>
            <pc:docMk/>
            <pc:sldMk cId="2887563677" sldId="332"/>
            <ac:picMk id="29" creationId="{19474F2D-9972-E7F1-E7FF-DE705A484FAC}"/>
          </ac:picMkLst>
        </pc:picChg>
        <pc:picChg chg="add mod">
          <ac:chgData name="Guest User" userId="S::urn:spo:tenantanon#35f8765e-cb47-4d80-afaf-42ff7060fddf::" providerId="AD" clId="Web-{034E75AE-1632-4F9E-74EF-8500095C2FE4}" dt="2026-07-18T13:45:43.876" v="212" actId="1076"/>
          <ac:picMkLst>
            <pc:docMk/>
            <pc:sldMk cId="2887563677" sldId="332"/>
            <ac:picMk id="30" creationId="{D273102D-78A7-71F5-B037-A6C642155307}"/>
          </ac:picMkLst>
        </pc:picChg>
        <pc:picChg chg="add mod">
          <ac:chgData name="Guest User" userId="S::urn:spo:tenantanon#35f8765e-cb47-4d80-afaf-42ff7060fddf::" providerId="AD" clId="Web-{034E75AE-1632-4F9E-74EF-8500095C2FE4}" dt="2026-07-18T13:46:12.253" v="214" actId="1076"/>
          <ac:picMkLst>
            <pc:docMk/>
            <pc:sldMk cId="2887563677" sldId="332"/>
            <ac:picMk id="31" creationId="{5200A8A6-D9B1-B426-3D02-1B1778333C9B}"/>
          </ac:picMkLst>
        </pc:picChg>
        <pc:picChg chg="add mod">
          <ac:chgData name="Guest User" userId="S::urn:spo:tenantanon#35f8765e-cb47-4d80-afaf-42ff7060fddf::" providerId="AD" clId="Web-{034E75AE-1632-4F9E-74EF-8500095C2FE4}" dt="2026-07-18T13:47:06.569" v="216" actId="1076"/>
          <ac:picMkLst>
            <pc:docMk/>
            <pc:sldMk cId="2887563677" sldId="332"/>
            <ac:picMk id="32" creationId="{4A1E7CA1-29F3-086B-78D8-BB486DC18A86}"/>
          </ac:picMkLst>
        </pc:picChg>
        <pc:picChg chg="add mod">
          <ac:chgData name="Guest User" userId="S::urn:spo:tenantanon#35f8765e-cb47-4d80-afaf-42ff7060fddf::" providerId="AD" clId="Web-{034E75AE-1632-4F9E-74EF-8500095C2FE4}" dt="2026-07-18T13:47:30.680" v="218" actId="1076"/>
          <ac:picMkLst>
            <pc:docMk/>
            <pc:sldMk cId="2887563677" sldId="332"/>
            <ac:picMk id="33" creationId="{0D42E397-2BDD-4579-9CEF-8E4203E5C84F}"/>
          </ac:picMkLst>
        </pc:picChg>
        <pc:picChg chg="add mod">
          <ac:chgData name="Guest User" userId="S::urn:spo:tenantanon#35f8765e-cb47-4d80-afaf-42ff7060fddf::" providerId="AD" clId="Web-{034E75AE-1632-4F9E-74EF-8500095C2FE4}" dt="2026-07-18T13:48:01.135" v="220" actId="1076"/>
          <ac:picMkLst>
            <pc:docMk/>
            <pc:sldMk cId="2887563677" sldId="332"/>
            <ac:picMk id="34" creationId="{8E32DA65-4365-68DE-ACF6-47545C6B77C1}"/>
          </ac:picMkLst>
        </pc:picChg>
        <pc:picChg chg="add mod">
          <ac:chgData name="Guest User" userId="S::urn:spo:tenantanon#35f8765e-cb47-4d80-afaf-42ff7060fddf::" providerId="AD" clId="Web-{034E75AE-1632-4F9E-74EF-8500095C2FE4}" dt="2026-07-18T13:48:25.434" v="222" actId="1076"/>
          <ac:picMkLst>
            <pc:docMk/>
            <pc:sldMk cId="2887563677" sldId="332"/>
            <ac:picMk id="35" creationId="{3088B195-B0C6-B0E9-DB92-13044A20BA69}"/>
          </ac:picMkLst>
        </pc:picChg>
        <pc:picChg chg="add mod">
          <ac:chgData name="Guest User" userId="S::urn:spo:tenantanon#35f8765e-cb47-4d80-afaf-42ff7060fddf::" providerId="AD" clId="Web-{034E75AE-1632-4F9E-74EF-8500095C2FE4}" dt="2026-07-18T13:49:01.077" v="224" actId="1076"/>
          <ac:picMkLst>
            <pc:docMk/>
            <pc:sldMk cId="2887563677" sldId="332"/>
            <ac:picMk id="36" creationId="{44D75E68-1EBF-9D54-AA8E-D3101D5779AB}"/>
          </ac:picMkLst>
        </pc:picChg>
        <pc:picChg chg="add mod">
          <ac:chgData name="Guest User" userId="S::urn:spo:tenantanon#35f8765e-cb47-4d80-afaf-42ff7060fddf::" providerId="AD" clId="Web-{034E75AE-1632-4F9E-74EF-8500095C2FE4}" dt="2026-07-18T13:49:32.844" v="226" actId="1076"/>
          <ac:picMkLst>
            <pc:docMk/>
            <pc:sldMk cId="2887563677" sldId="332"/>
            <ac:picMk id="37" creationId="{30BED04B-F50A-E133-E57C-7C293FFD11DC}"/>
          </ac:picMkLst>
        </pc:picChg>
      </pc:sldChg>
      <pc:sldChg chg="addSp delSp modSp new">
        <pc:chgData name="Guest User" userId="S::urn:spo:tenantanon#35f8765e-cb47-4d80-afaf-42ff7060fddf::" providerId="AD" clId="Web-{034E75AE-1632-4F9E-74EF-8500095C2FE4}" dt="2026-07-18T15:17:11.542" v="299" actId="14100"/>
        <pc:sldMkLst>
          <pc:docMk/>
          <pc:sldMk cId="2244458906" sldId="333"/>
        </pc:sldMkLst>
        <pc:spChg chg="add mod">
          <ac:chgData name="Guest User" userId="S::urn:spo:tenantanon#35f8765e-cb47-4d80-afaf-42ff7060fddf::" providerId="AD" clId="Web-{034E75AE-1632-4F9E-74EF-8500095C2FE4}" dt="2026-07-18T13:54:13.706" v="245"/>
          <ac:spMkLst>
            <pc:docMk/>
            <pc:sldMk cId="2244458906" sldId="333"/>
            <ac:spMk id="8" creationId="{667459D1-2297-BC6A-78A6-72C17ECF19A6}"/>
          </ac:spMkLst>
        </pc:spChg>
        <pc:spChg chg="add mod">
          <ac:chgData name="Guest User" userId="S::urn:spo:tenantanon#35f8765e-cb47-4d80-afaf-42ff7060fddf::" providerId="AD" clId="Web-{034E75AE-1632-4F9E-74EF-8500095C2FE4}" dt="2026-07-18T15:15:35.867" v="294" actId="1076"/>
          <ac:spMkLst>
            <pc:docMk/>
            <pc:sldMk cId="2244458906" sldId="333"/>
            <ac:spMk id="11" creationId="{E0E600D4-3D31-70B8-CFD2-491F89ADB567}"/>
          </ac:spMkLst>
        </pc:spChg>
        <pc:spChg chg="add mod">
          <ac:chgData name="Guest User" userId="S::urn:spo:tenantanon#35f8765e-cb47-4d80-afaf-42ff7060fddf::" providerId="AD" clId="Web-{034E75AE-1632-4F9E-74EF-8500095C2FE4}" dt="2026-07-18T13:55:32.977" v="262" actId="20577"/>
          <ac:spMkLst>
            <pc:docMk/>
            <pc:sldMk cId="2244458906" sldId="333"/>
            <ac:spMk id="16" creationId="{3276281E-17B3-43E1-5E1B-FF53989B520F}"/>
          </ac:spMkLst>
        </pc:spChg>
        <pc:picChg chg="add mod ord">
          <ac:chgData name="Guest User" userId="S::urn:spo:tenantanon#35f8765e-cb47-4d80-afaf-42ff7060fddf::" providerId="AD" clId="Web-{034E75AE-1632-4F9E-74EF-8500095C2FE4}" dt="2026-07-18T15:16:59.510" v="297" actId="14100"/>
          <ac:picMkLst>
            <pc:docMk/>
            <pc:sldMk cId="2244458906" sldId="333"/>
            <ac:picMk id="7" creationId="{65E756DD-B392-FD9B-C439-175DB089575F}"/>
          </ac:picMkLst>
        </pc:picChg>
        <pc:picChg chg="add mod">
          <ac:chgData name="Guest User" userId="S::urn:spo:tenantanon#35f8765e-cb47-4d80-afaf-42ff7060fddf::" providerId="AD" clId="Web-{034E75AE-1632-4F9E-74EF-8500095C2FE4}" dt="2026-07-18T15:17:05.057" v="298" actId="14100"/>
          <ac:picMkLst>
            <pc:docMk/>
            <pc:sldMk cId="2244458906" sldId="333"/>
            <ac:picMk id="9" creationId="{22E157F4-3188-2F91-F6BC-3CA870AFFD0F}"/>
          </ac:picMkLst>
        </pc:picChg>
        <pc:picChg chg="add mod">
          <ac:chgData name="Guest User" userId="S::urn:spo:tenantanon#35f8765e-cb47-4d80-afaf-42ff7060fddf::" providerId="AD" clId="Web-{034E75AE-1632-4F9E-74EF-8500095C2FE4}" dt="2026-07-18T15:17:11.542" v="299" actId="14100"/>
          <ac:picMkLst>
            <pc:docMk/>
            <pc:sldMk cId="2244458906" sldId="333"/>
            <ac:picMk id="10" creationId="{AE67CF12-1E4E-001C-DE05-988179AD5895}"/>
          </ac:picMkLst>
        </pc:picChg>
        <pc:picChg chg="add mod">
          <ac:chgData name="Guest User" userId="S::urn:spo:tenantanon#35f8765e-cb47-4d80-afaf-42ff7060fddf::" providerId="AD" clId="Web-{034E75AE-1632-4F9E-74EF-8500095C2FE4}" dt="2026-07-18T15:16:49.791" v="296" actId="1076"/>
          <ac:picMkLst>
            <pc:docMk/>
            <pc:sldMk cId="2244458906" sldId="333"/>
            <ac:picMk id="12" creationId="{D4392661-FB11-9C81-DFC5-81774224AEA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CAE210E-C4E6-D271-3DAD-85A6905EA3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34D19E8-2459-08F9-DD5C-BCBFC24313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FF3EAE-3BA5-4298-BA5B-02FFEE47E948}" type="datetimeFigureOut">
              <a:rPr lang="de-DE" smtClean="0"/>
              <a:t>20.07.2026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3EC29C-770A-4BA1-5DDE-A40C2509AC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1EA885F-041A-0DDF-D12D-972866BC30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7F04A-E686-41B6-B8D3-35E95A66E71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884488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D5A14-5D4B-4418-AE35-962C032C509E}" type="datetimeFigureOut">
              <a:rPr lang="de-DE" smtClean="0"/>
              <a:t>20.07.2026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4CEDEE-14B2-4D39-AD28-604DAB9437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491771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Bearbeitet von: Leo Bonitz, Sepehr </a:t>
            </a:r>
            <a:r>
              <a:rPr lang="de-DE" dirty="0" err="1"/>
              <a:t>Arjmandikia</a:t>
            </a:r>
            <a:r>
              <a:rPr lang="de-DE" dirty="0"/>
              <a:t> Mayara Anastacio </a:t>
            </a:r>
            <a:r>
              <a:rPr lang="de-DE" dirty="0" err="1"/>
              <a:t>Matavela</a:t>
            </a:r>
            <a:endParaRPr lang="de-DE" dirty="0"/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CEDEE-14B2-4D39-AD28-604DAB94377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2469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Bearbeitet von: Mayara Anastacio </a:t>
            </a:r>
            <a:r>
              <a:rPr lang="de-DE" dirty="0" err="1"/>
              <a:t>Matavela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CEDEE-14B2-4D39-AD28-604DAB94377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1652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Bearbeitet von: Leo Bonitz, Sepehr </a:t>
            </a:r>
            <a:r>
              <a:rPr lang="de-DE" dirty="0" err="1"/>
              <a:t>Arjmandikia</a:t>
            </a:r>
            <a:r>
              <a:rPr lang="de-DE" dirty="0"/>
              <a:t> Mayara Anastacio </a:t>
            </a:r>
            <a:r>
              <a:rPr lang="de-DE" dirty="0" err="1"/>
              <a:t>Matavela</a:t>
            </a:r>
            <a:endParaRPr lang="de-DE" dirty="0"/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CEDEE-14B2-4D39-AD28-604DAB94377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3492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Bearbeitet von: Mayara Anastacio </a:t>
            </a:r>
            <a:r>
              <a:rPr lang="de-DE" dirty="0" err="1"/>
              <a:t>Matavela</a:t>
            </a:r>
            <a:r>
              <a:rPr lang="de-DE" dirty="0"/>
              <a:t>, Sepehr </a:t>
            </a:r>
            <a:r>
              <a:rPr lang="de-DE" dirty="0" err="1"/>
              <a:t>Arjmandikia</a:t>
            </a:r>
            <a:r>
              <a:rPr lang="de-DE" dirty="0"/>
              <a:t>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CEDEE-14B2-4D39-AD28-604DAB943770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2707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Bearbeitet von: Mayara Anastacio </a:t>
            </a:r>
            <a:r>
              <a:rPr lang="de-DE" dirty="0" err="1"/>
              <a:t>Matavela</a:t>
            </a:r>
            <a:r>
              <a:rPr lang="de-DE" dirty="0"/>
              <a:t>, Sepehr </a:t>
            </a:r>
            <a:r>
              <a:rPr lang="de-DE" dirty="0" err="1"/>
              <a:t>Arjmandikia</a:t>
            </a:r>
            <a:r>
              <a:rPr lang="de-DE" dirty="0"/>
              <a:t> </a:t>
            </a:r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CEDEE-14B2-4D39-AD28-604DAB943770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7060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Bearbeitet von: Mayara Anastacio </a:t>
            </a:r>
            <a:r>
              <a:rPr lang="de-DE" dirty="0" err="1"/>
              <a:t>Matavela</a:t>
            </a:r>
            <a:r>
              <a:rPr lang="de-DE" dirty="0"/>
              <a:t>, Sepehr </a:t>
            </a:r>
            <a:r>
              <a:rPr lang="de-DE" dirty="0" err="1"/>
              <a:t>Arjmandikia</a:t>
            </a:r>
            <a:r>
              <a:rPr lang="de-DE" dirty="0"/>
              <a:t> </a:t>
            </a:r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CEDEE-14B2-4D39-AD28-604DAB943770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2101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Bearbeitet von: Leo Bonitz, Sepehr </a:t>
            </a:r>
            <a:r>
              <a:rPr lang="de-DE" dirty="0" err="1"/>
              <a:t>Arjmandikia</a:t>
            </a:r>
            <a:r>
              <a:rPr lang="de-DE" dirty="0"/>
              <a:t>, Mayara Anastacio </a:t>
            </a:r>
            <a:r>
              <a:rPr lang="de-DE" dirty="0" err="1"/>
              <a:t>Matavela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CEDEE-14B2-4D39-AD28-604DAB943770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8960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Bearbeitet von: Leo Bonitz</a:t>
            </a:r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CEDEE-14B2-4D39-AD28-604DAB943770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7478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Bearbeitet von: Leo Bonitz</a:t>
            </a:r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CEDEE-14B2-4D39-AD28-604DAB943770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13247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Bearbeitet von: Leo Bonitz</a:t>
            </a:r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CEDEE-14B2-4D39-AD28-604DAB943770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808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Bearbeitet von: Leo Bonitz</a:t>
            </a:r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CEDEE-14B2-4D39-AD28-604DAB943770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22222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Bearbeitet von: Leo Bonitz</a:t>
            </a:r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CEDEE-14B2-4D39-AD28-604DAB943770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37617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Bearbeitet von: Leo Bonitz</a:t>
            </a:r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CEDEE-14B2-4D39-AD28-604DAB943770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72560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Bearbeitet von: Sepehr </a:t>
            </a:r>
            <a:r>
              <a:rPr lang="de-DE" dirty="0" err="1"/>
              <a:t>Arjmandikia</a:t>
            </a:r>
            <a:r>
              <a:rPr lang="de-DE" dirty="0"/>
              <a:t> 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CEDEE-14B2-4D39-AD28-604DAB943770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16238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Bearbeitet von: Sepehr </a:t>
            </a:r>
            <a:r>
              <a:rPr lang="de-DE" dirty="0" err="1"/>
              <a:t>Arjmandikia</a:t>
            </a:r>
            <a:r>
              <a:rPr lang="de-DE" dirty="0"/>
              <a:t> </a:t>
            </a:r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CEDEE-14B2-4D39-AD28-604DAB943770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29812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Bearbeitet von: Sepehr </a:t>
            </a:r>
            <a:r>
              <a:rPr lang="de-DE" dirty="0" err="1"/>
              <a:t>Arjmandikia</a:t>
            </a:r>
            <a:r>
              <a:rPr lang="de-DE" dirty="0"/>
              <a:t> </a:t>
            </a:r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CEDEE-14B2-4D39-AD28-604DAB943770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08178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Bearbeitet von: Leo Bonitz</a:t>
            </a:r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CEDEE-14B2-4D39-AD28-604DAB943770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80592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Bearbeitet von: Leo Bonitz, Sepehr </a:t>
            </a:r>
            <a:r>
              <a:rPr lang="de-DE" dirty="0" err="1"/>
              <a:t>Arjmandikia</a:t>
            </a:r>
            <a:r>
              <a:rPr lang="de-DE" dirty="0"/>
              <a:t>, Mayara Anastacio </a:t>
            </a:r>
            <a:r>
              <a:rPr lang="de-DE" dirty="0" err="1"/>
              <a:t>Matavela</a:t>
            </a: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  <a:p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de-DE"/>
              <a:t>Sepehr Arjmandikia , Mayara Anastacio Matavela, Leo Bonitz Data Driven Modeling – Dietlind Zühlke SoSe2026 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4CEDEE-14B2-4D39-AD28-604DAB943770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515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4E0C9E-9945-B0F0-8CDA-51112252A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D80B322-2614-14A6-0332-B0F5B75E3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6B4CE9-ECFC-5F33-E92E-D02CCE993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C151AD-C63E-CBBA-5930-404E43DF5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Sepehr Arjmandikia , Mayara Anastacio Matavela, Leo Bonitz  - DDM Sose2026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9313DD-1DE1-5D39-F117-270BAC5C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436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37E765-E862-37E8-EFC5-6D3B2519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B9ADDF-04B4-06F0-B71E-A8308B9F8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F25C86-2DB1-601F-C124-1F347DEFB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E86F74-9FB7-3DC3-23C8-B8A2B3F6B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Sepehr Arjmandikia , Mayara Anastacio Matavela, Leo Bonitz  - DDM Sose2026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3EC32F-2958-F61D-1395-0E165B9CC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6740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86F992-1983-ECD4-790E-0377511B2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9285AA-F16A-190A-7979-0CFFE8370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A50A9E-C171-A181-5F6C-BF3A98C4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604B80-A8B2-2414-0A2F-8442099A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Sepehr Arjmandikia , Mayara Anastacio Matavela, Leo Bonitz  - DDM Sose2026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7FCE43-6D76-D484-1A6E-CDDAF327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634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88ECB2-DC46-5969-9CEB-2CC15CADE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2D4698-3A38-4560-A962-E6DB87354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73D654B-544E-FBF3-B49E-9FB238552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A781C7F-C5C8-C49A-04CD-8667A2A69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A7FCE3-576C-D8D2-9F59-B9BCCE888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Sepehr Arjmandikia , Mayara Anastacio Matavela, Leo Bonitz  - DDM Sose2026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3869BAC-2BD8-43CD-8AED-6EFFC757B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117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0B1158-9F98-A1CB-FDC5-B2B31E0EB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52E71E-E8B9-98CD-821C-624D4A4F0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A161CB5-47E7-4080-74EC-96B5CFC25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70370FB-E3F3-30B5-40EB-45D481075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C2BCBE9-BCA1-3E81-0B1E-3BCBDBDE11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573D91E-8413-4F80-5F30-1D134428F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373292B-57E6-6212-DE5F-927290947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Sepehr Arjmandikia , Mayara Anastacio Matavela, Leo Bonitz  - DDM Sose2026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3AA7DC3-9B72-26D4-3175-8568C73CC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4314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4FE984-EC84-AF4F-E393-3FF4DAD3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C69208C-855D-5898-12A9-E961F2A0E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F33E3D-999C-A922-2DA5-B7F6DDB3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Sepehr Arjmandikia , Mayara Anastacio Matavela, Leo Bonitz  - DDM Sose2026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89DB63-B676-51E2-589F-E5729A4E4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071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2746C45-6E9C-C79F-8C49-D114B378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0FA39D6-C061-7D8C-4D5C-3191982C7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Sepehr Arjmandikia , Mayara Anastacio Matavela, Leo Bonitz  - DDM Sose2026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FF1B36-0F54-6034-48F9-1DED7BFB7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8991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31AE6C-C5CC-776A-A473-63106E6F6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DDD658-1BE7-93AD-4A48-AB1F55F3B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45BF90E-2099-8640-99B7-967474BB3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5EF48B-1C91-3674-1B13-685400EBD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36D03A-D5FD-AD4C-3D53-278CB4884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Sepehr Arjmandikia , Mayara Anastacio Matavela, Leo Bonitz  - DDM Sose2026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12B363-8E6E-2A8B-A0CA-CD56FD80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4850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A4FA38-5171-6111-869A-417E1E362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6AE16FC-CBE1-1D9D-EA33-906C242BB7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22790F-592C-435B-6084-73B602ECC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3220235-B9E7-2600-AF52-7083C61B3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2D4845-481E-622A-2577-27B2B15F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Sepehr Arjmandikia , Mayara Anastacio Matavela, Leo Bonitz  - DDM Sose2026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6B1E79-BE6B-62F4-E5F3-DA055628A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0646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499ED4-3C89-EB59-8BA5-220858FC1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5418CB4-9044-9EFC-9AC2-4533A0AF5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52F292-486E-D1DD-49CD-F8909F9CC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F75093-CBEA-6892-3F9B-4E48FAA87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Sepehr Arjmandikia , Mayara Anastacio Matavela, Leo Bonitz  - DDM Sose2026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67174B-42F1-41A1-E8FC-D8A4FCE02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7348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8821D2C-ACD1-AA5D-D19D-D9A44C066E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318A963-A496-EBFA-CE86-68F4227D3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6CC208-37C5-192B-5F9F-B9110B3A1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7DBC83-8BF5-62D7-DE50-B44C981F8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Sepehr Arjmandikia , Mayara Anastacio Matavela, Leo Bonitz  - DDM Sose2026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A92264-001D-42D3-BAA6-89E695D9C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9639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842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E078BAB-36E0-708A-AF3A-1CB42BE1D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6030D0-A9D6-9688-0557-9B988476E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6F308D-99AE-248D-6071-5832D28941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21.07.2026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33393B-A861-B95A-EBBB-B41D23B36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Sepehr Arjmandikia , Mayara Anastacio Matavela, Leo Bonitz  - DDM Sose2026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703560-1067-CDA4-FCA5-32B10C9013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C6740E-0889-4D9D-BCDF-167DBFEF59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5812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compass_teal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7932420" y="1005840"/>
            <a:ext cx="3931920" cy="3931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051560"/>
            <a:ext cx="502920" cy="54864"/>
          </a:xfrm>
          <a:prstGeom prst="rect">
            <a:avLst/>
          </a:prstGeom>
          <a:solidFill>
            <a:srgbClr val="C886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1"/>
          <p:cNvSpPr/>
          <p:nvPr/>
        </p:nvSpPr>
        <p:spPr>
          <a:xfrm>
            <a:off x="82296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DRIVEN MODELING  ·  SOSE 2026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724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endParaRPr lang="en-US" sz="4200" b="1" dirty="0">
              <a:solidFill>
                <a:srgbClr val="FFFFFF"/>
              </a:solidFill>
              <a:latin typeface="+mj-lt"/>
              <a:ea typeface="Cambria" pitchFamily="34" charset="-122"/>
              <a:cs typeface="Cambria" pitchFamily="34" charset="-12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 err="1">
                <a:solidFill>
                  <a:srgbClr val="FFFFFF"/>
                </a:solidFill>
                <a:latin typeface="+mj-lt"/>
                <a:ea typeface="Cambria" pitchFamily="34" charset="-122"/>
                <a:cs typeface="Cambria" pitchFamily="34" charset="-120"/>
              </a:rPr>
              <a:t>Segmentierung</a:t>
            </a:r>
            <a:r>
              <a:rPr lang="en-US" sz="4200" b="1" dirty="0">
                <a:solidFill>
                  <a:srgbClr val="FFFFFF"/>
                </a:solidFill>
                <a:latin typeface="+mj-lt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200" b="1" dirty="0" err="1">
                <a:solidFill>
                  <a:srgbClr val="FFFFFF"/>
                </a:solidFill>
                <a:latin typeface="+mj-lt"/>
                <a:ea typeface="Cambria" pitchFamily="34" charset="-122"/>
                <a:cs typeface="Cambria" pitchFamily="34" charset="-120"/>
              </a:rPr>
              <a:t>im</a:t>
            </a:r>
            <a:r>
              <a:rPr lang="en-US" sz="4200" b="1" dirty="0">
                <a:solidFill>
                  <a:srgbClr val="FFFFFF"/>
                </a:solidFill>
                <a:latin typeface="+mj-lt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200" b="1" dirty="0" err="1">
                <a:solidFill>
                  <a:srgbClr val="FFFFFF"/>
                </a:solidFill>
                <a:latin typeface="+mj-lt"/>
                <a:ea typeface="Cambria" pitchFamily="34" charset="-122"/>
                <a:cs typeface="Cambria" pitchFamily="34" charset="-120"/>
              </a:rPr>
              <a:t>Immobilienmarkt</a:t>
            </a:r>
            <a:endParaRPr lang="en-US" sz="4200" dirty="0">
              <a:latin typeface="+mj-lt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22960" y="5074920"/>
            <a:ext cx="5120640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822960" y="52578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Sepehr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Arjmandikia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Mayara Anastacio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Matavela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Leo Bonitz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- Prof. Dr. Dietlind </a:t>
            </a:r>
            <a:r>
              <a:rPr lang="en-US" sz="1200" dirty="0" err="1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Zühlke</a:t>
            </a: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Prof. Dr. Claus </a:t>
            </a:r>
            <a:r>
              <a:rPr lang="en-US" sz="1200" dirty="0" err="1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Gwiggner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Juli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D134BF-FCED-778F-9017-FEECD9DA2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/>
            <a:r>
              <a:rPr lang="de-DE" dirty="0"/>
              <a:t>Problemstellung </a:t>
            </a:r>
          </a:p>
          <a:p>
            <a:pPr marL="285750" indent="-285750"/>
            <a:r>
              <a:rPr lang="de-DE" dirty="0"/>
              <a:t>Hypothesen / Sachverhalt</a:t>
            </a:r>
          </a:p>
          <a:p>
            <a:pPr marL="185738" indent="-285750"/>
            <a:r>
              <a:rPr lang="de-DE" dirty="0"/>
              <a:t>Betrachtung der Preissegmente</a:t>
            </a:r>
          </a:p>
          <a:p>
            <a:pPr marL="285750" indent="-285750"/>
            <a:r>
              <a:rPr lang="de-DE" dirty="0"/>
              <a:t>Betrachtung der Features des Lagesegment - Clustering</a:t>
            </a:r>
          </a:p>
          <a:p>
            <a:pPr marL="285750" indent="-285750"/>
            <a:r>
              <a:rPr lang="de-DE" dirty="0"/>
              <a:t>Clustering–Modell basierend auf HDBSCAN</a:t>
            </a:r>
          </a:p>
          <a:p>
            <a:pPr marL="285750" indent="-285750"/>
            <a:r>
              <a:rPr lang="de-DE" dirty="0"/>
              <a:t>Schlussfolgerungen und Nutzen der Clustering-Ergebnisse</a:t>
            </a:r>
          </a:p>
          <a:p>
            <a:pPr marL="285750" indent="-285750"/>
            <a:r>
              <a:rPr lang="de-DE" dirty="0"/>
              <a:t>Einschränkungen und Gültigkeit des Modells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11D29E-8432-47CD-5EC2-5A3221A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64E9DC-315E-4A51-B824-9485DC455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0" y="6366182"/>
            <a:ext cx="5029200" cy="365125"/>
          </a:xfrm>
        </p:spPr>
        <p:txBody>
          <a:bodyPr/>
          <a:lstStyle/>
          <a:p>
            <a:r>
              <a:rPr lang="de-DE" dirty="0"/>
              <a:t>Sepehr </a:t>
            </a:r>
            <a:r>
              <a:rPr lang="de-DE" dirty="0" err="1"/>
              <a:t>Arjmandikia</a:t>
            </a:r>
            <a:r>
              <a:rPr lang="de-DE" dirty="0"/>
              <a:t> , Mayara Anastacio </a:t>
            </a:r>
            <a:r>
              <a:rPr lang="de-DE" dirty="0" err="1"/>
              <a:t>Matavela</a:t>
            </a:r>
            <a:r>
              <a:rPr lang="de-DE" dirty="0"/>
              <a:t>, </a:t>
            </a:r>
          </a:p>
          <a:p>
            <a:r>
              <a:rPr lang="de-DE" dirty="0"/>
              <a:t>Leo Bonitz  - DDM SS2026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ABB8C9-BA86-3717-1B86-42EBD05E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2</a:t>
            </a:fld>
            <a:endParaRPr lang="de-DE"/>
          </a:p>
        </p:txBody>
      </p:sp>
      <p:sp>
        <p:nvSpPr>
          <p:cNvPr id="10" name="Rechteck: eine Ecke abgerundet 9">
            <a:extLst>
              <a:ext uri="{FF2B5EF4-FFF2-40B4-BE49-F238E27FC236}">
                <a16:creationId xmlns:a16="http://schemas.microsoft.com/office/drawing/2014/main" id="{D5537AFD-09F0-104A-3870-65B1082C2F39}"/>
              </a:ext>
            </a:extLst>
          </p:cNvPr>
          <p:cNvSpPr/>
          <p:nvPr/>
        </p:nvSpPr>
        <p:spPr>
          <a:xfrm rot="5400000">
            <a:off x="2802194" y="-2802192"/>
            <a:ext cx="1484670" cy="7089058"/>
          </a:xfrm>
          <a:prstGeom prst="round1Rect">
            <a:avLst>
              <a:gd name="adj" fmla="val 338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BDCCF8D3-2699-FAC8-804B-3CDA5B95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4000" b="1" dirty="0">
                <a:solidFill>
                  <a:schemeClr val="bg1"/>
                </a:solidFill>
                <a:ea typeface="Cambria" panose="02040503050406030204" pitchFamily="18" charset="0"/>
              </a:rPr>
              <a:t>Gliederung</a:t>
            </a: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9DFB40E4-7159-47A7-45E0-00A4C30BA3A1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EINLEITUNG</a:t>
            </a:r>
            <a:endParaRPr lang="en-US" sz="1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164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F113CF-B7B3-DDBB-2A49-1BA3E0BDB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de-DE"/>
          </a:p>
          <a:p>
            <a:endParaRPr lang="de-DE" dirty="0"/>
          </a:p>
          <a:p>
            <a:pPr marL="0" indent="0">
              <a:buNone/>
            </a:pP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2F9166-349F-1280-DB89-42AEFC44A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4D8DED-A770-AE44-F291-5F1D69540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0" y="6356350"/>
            <a:ext cx="5029200" cy="365125"/>
          </a:xfrm>
        </p:spPr>
        <p:txBody>
          <a:bodyPr/>
          <a:lstStyle/>
          <a:p>
            <a:r>
              <a:rPr lang="de-DE" dirty="0"/>
              <a:t>Sepehr </a:t>
            </a:r>
            <a:r>
              <a:rPr lang="de-DE" dirty="0" err="1"/>
              <a:t>Arjmandikia</a:t>
            </a:r>
            <a:r>
              <a:rPr lang="de-DE" dirty="0"/>
              <a:t> , Mayara Anastacio </a:t>
            </a:r>
            <a:r>
              <a:rPr lang="de-DE" dirty="0" err="1"/>
              <a:t>Matavela</a:t>
            </a:r>
            <a:r>
              <a:rPr lang="de-DE" dirty="0"/>
              <a:t>, </a:t>
            </a:r>
          </a:p>
          <a:p>
            <a:r>
              <a:rPr lang="de-DE" dirty="0"/>
              <a:t>Leo Bonitz  - DDM SS2026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CD7DD6-F6D7-38BB-068C-073D5778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3</a:t>
            </a:fld>
            <a:endParaRPr lang="de-DE"/>
          </a:p>
        </p:txBody>
      </p:sp>
      <p:sp>
        <p:nvSpPr>
          <p:cNvPr id="12" name="Rechteck: eine Ecke abgerundet 11">
            <a:extLst>
              <a:ext uri="{FF2B5EF4-FFF2-40B4-BE49-F238E27FC236}">
                <a16:creationId xmlns:a16="http://schemas.microsoft.com/office/drawing/2014/main" id="{5408BF9A-1944-76D4-1245-78E46164896A}"/>
              </a:ext>
            </a:extLst>
          </p:cNvPr>
          <p:cNvSpPr/>
          <p:nvPr/>
        </p:nvSpPr>
        <p:spPr>
          <a:xfrm rot="5400000">
            <a:off x="2802194" y="-2802192"/>
            <a:ext cx="1484670" cy="7089058"/>
          </a:xfrm>
          <a:prstGeom prst="round1Rect">
            <a:avLst>
              <a:gd name="adj" fmla="val 338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588690A5-B698-299C-E418-888DC29C3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4000" b="1" dirty="0">
                <a:solidFill>
                  <a:schemeClr val="bg1"/>
                </a:solidFill>
                <a:ea typeface="Cambria" panose="02040503050406030204" pitchFamily="18" charset="0"/>
              </a:rPr>
              <a:t>Problemstellung</a:t>
            </a: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3D05833B-7274-B308-6666-F9BFAF07364F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EINLEITUNG</a:t>
            </a: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ABA98A-95F8-B423-E649-FFCE9F3CD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77" y="1489982"/>
            <a:ext cx="11214102" cy="16500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09B0A8-A95B-5125-0F21-B8360396B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77" y="3021240"/>
            <a:ext cx="11192329" cy="16355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7ED9AE-399D-D5FF-EBCB-D7C325FE5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49" y="4523467"/>
            <a:ext cx="11221358" cy="16428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11DA2-F829-8202-EC03-6CC363027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60" y="1639433"/>
            <a:ext cx="10563225" cy="6762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6E43CD-1140-07B8-330B-2713159FE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896" y="2097087"/>
            <a:ext cx="10496550" cy="7334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DD8DE8-94E6-EFED-FEF6-BA0C3FF6DE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474" y="3018291"/>
            <a:ext cx="10563225" cy="6762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734FC7-A449-84E6-8453-B8F8BCB064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296" y="3475944"/>
            <a:ext cx="10496550" cy="7334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21BBA91-FC08-8074-BF87-CC5B9C51C2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188" y="4523014"/>
            <a:ext cx="10563225" cy="685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A559B5A-6A2B-8813-6DD8-163DDD59F8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709" y="4978173"/>
            <a:ext cx="10601325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32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0C8D14-0CB8-B9EC-D3B5-934CE07B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4EEE82-3148-77F0-36B7-4E564CC42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0" y="6356350"/>
            <a:ext cx="5029200" cy="365125"/>
          </a:xfrm>
        </p:spPr>
        <p:txBody>
          <a:bodyPr/>
          <a:lstStyle/>
          <a:p>
            <a:r>
              <a:rPr lang="de-DE" dirty="0"/>
              <a:t>Sepehr </a:t>
            </a:r>
            <a:r>
              <a:rPr lang="de-DE" dirty="0" err="1"/>
              <a:t>Arjmandikia</a:t>
            </a:r>
            <a:r>
              <a:rPr lang="de-DE" dirty="0"/>
              <a:t> , Mayara Anastacio </a:t>
            </a:r>
            <a:r>
              <a:rPr lang="de-DE" dirty="0" err="1"/>
              <a:t>Matavela</a:t>
            </a:r>
            <a:r>
              <a:rPr lang="de-DE" dirty="0"/>
              <a:t>, </a:t>
            </a:r>
          </a:p>
          <a:p>
            <a:r>
              <a:rPr lang="de-DE" dirty="0"/>
              <a:t>Leo Bonitz  - DDM SS2026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D780B8-03A9-F10B-C758-1E54E562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4</a:t>
            </a:fld>
            <a:endParaRPr lang="de-DE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37B7DEA-329D-E3E1-8BA0-6FB0B657282A}"/>
              </a:ext>
            </a:extLst>
          </p:cNvPr>
          <p:cNvSpPr/>
          <p:nvPr/>
        </p:nvSpPr>
        <p:spPr>
          <a:xfrm>
            <a:off x="1249679" y="1990132"/>
            <a:ext cx="8448575" cy="157529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01916ABA-36A9-0D1A-9CD1-D002FDC3EF2B}"/>
              </a:ext>
            </a:extLst>
          </p:cNvPr>
          <p:cNvSpPr/>
          <p:nvPr/>
        </p:nvSpPr>
        <p:spPr>
          <a:xfrm>
            <a:off x="1523999" y="2282740"/>
            <a:ext cx="559845" cy="558974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E8D9B845-AE0C-0472-ACA4-03E1321EDEA7}"/>
              </a:ext>
            </a:extLst>
          </p:cNvPr>
          <p:cNvSpPr/>
          <p:nvPr/>
        </p:nvSpPr>
        <p:spPr>
          <a:xfrm>
            <a:off x="1523999" y="2282740"/>
            <a:ext cx="559845" cy="558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E6C0E2B-9E52-0810-B4F5-756465DFB649}"/>
              </a:ext>
            </a:extLst>
          </p:cNvPr>
          <p:cNvSpPr/>
          <p:nvPr/>
        </p:nvSpPr>
        <p:spPr>
          <a:xfrm>
            <a:off x="2209800" y="2194052"/>
            <a:ext cx="5343978" cy="457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Preissegment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B34ADA78-698A-F5D7-FFE9-93ED8355CFF5}"/>
              </a:ext>
            </a:extLst>
          </p:cNvPr>
          <p:cNvSpPr/>
          <p:nvPr/>
        </p:nvSpPr>
        <p:spPr>
          <a:xfrm>
            <a:off x="2209799" y="2584491"/>
            <a:ext cx="7074409" cy="711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Es können </a:t>
            </a:r>
            <a:r>
              <a:rPr lang="de-DE" sz="1400" b="1" dirty="0"/>
              <a:t>Preissegmente</a:t>
            </a:r>
            <a:r>
              <a:rPr lang="de-DE" sz="1400" dirty="0"/>
              <a:t> gebildet werden basieren auf den Charakterlichen Attributen von Häusern, wobei ähnliche Attributausprägungen zu ähnlichen Preisen führen</a:t>
            </a: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2E7C93E-D181-CC62-48B0-340AF9692257}"/>
              </a:ext>
            </a:extLst>
          </p:cNvPr>
          <p:cNvSpPr/>
          <p:nvPr/>
        </p:nvSpPr>
        <p:spPr>
          <a:xfrm>
            <a:off x="2083844" y="3858030"/>
            <a:ext cx="8448575" cy="157529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EB585579-5FD0-8515-F8BE-A7ACFB7375EB}"/>
              </a:ext>
            </a:extLst>
          </p:cNvPr>
          <p:cNvSpPr/>
          <p:nvPr/>
        </p:nvSpPr>
        <p:spPr>
          <a:xfrm>
            <a:off x="2358164" y="4125908"/>
            <a:ext cx="559845" cy="55897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1B300C66-FE6F-2CE8-51DF-C1DDACDDED83}"/>
              </a:ext>
            </a:extLst>
          </p:cNvPr>
          <p:cNvSpPr/>
          <p:nvPr/>
        </p:nvSpPr>
        <p:spPr>
          <a:xfrm>
            <a:off x="2358164" y="4125908"/>
            <a:ext cx="559845" cy="558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C2B545EA-E1AC-6BFD-392F-17153D3132BA}"/>
              </a:ext>
            </a:extLst>
          </p:cNvPr>
          <p:cNvSpPr/>
          <p:nvPr/>
        </p:nvSpPr>
        <p:spPr>
          <a:xfrm>
            <a:off x="3043965" y="4047052"/>
            <a:ext cx="5343978" cy="457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err="1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Lagesegment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DF1A70AD-18A6-18DC-27B3-906C1C3106A3}"/>
              </a:ext>
            </a:extLst>
          </p:cNvPr>
          <p:cNvSpPr/>
          <p:nvPr/>
        </p:nvSpPr>
        <p:spPr>
          <a:xfrm>
            <a:off x="3043964" y="4501550"/>
            <a:ext cx="6840979" cy="711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Aus den vorbereiteten Daten können wir anhand von Geografischen Kriterien, sowie Charakterlichen Eigenschaften der Immobilien mehrere </a:t>
            </a:r>
            <a:r>
              <a:rPr lang="de-DE" sz="1400" b="1"/>
              <a:t>Lagesegmente</a:t>
            </a:r>
            <a:r>
              <a:rPr lang="de-DE" sz="1400"/>
              <a:t> bilden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/>
          </a:p>
        </p:txBody>
      </p:sp>
      <p:sp>
        <p:nvSpPr>
          <p:cNvPr id="15" name="Rechteck: eine Ecke abgerundet 14">
            <a:extLst>
              <a:ext uri="{FF2B5EF4-FFF2-40B4-BE49-F238E27FC236}">
                <a16:creationId xmlns:a16="http://schemas.microsoft.com/office/drawing/2014/main" id="{DF99E0E0-AAED-BCED-D60E-55E55E991619}"/>
              </a:ext>
            </a:extLst>
          </p:cNvPr>
          <p:cNvSpPr/>
          <p:nvPr/>
        </p:nvSpPr>
        <p:spPr>
          <a:xfrm rot="5400000">
            <a:off x="2802194" y="-2802192"/>
            <a:ext cx="1484670" cy="7089058"/>
          </a:xfrm>
          <a:prstGeom prst="round1Rect">
            <a:avLst>
              <a:gd name="adj" fmla="val 338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5D902E4F-4620-583A-B9DF-838CE5B0B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4000" b="1" dirty="0">
                <a:solidFill>
                  <a:schemeClr val="bg1"/>
                </a:solidFill>
                <a:ea typeface="Cambria" panose="02040503050406030204" pitchFamily="18" charset="0"/>
              </a:rPr>
              <a:t>Hypothesen</a:t>
            </a:r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42BC7CC2-2538-0C66-3EB4-26C47D678398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EINLEITUNG</a:t>
            </a:r>
            <a:endParaRPr lang="en-US" sz="1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622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9B080D49-B1AB-0AB5-79A8-DF03286FD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7973" y="1735251"/>
            <a:ext cx="733425" cy="685800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537291-DC59-5F62-A027-AD720418C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76F388-8ACE-B586-B3CF-7583F6036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0" y="6356350"/>
            <a:ext cx="5029200" cy="365125"/>
          </a:xfrm>
        </p:spPr>
        <p:txBody>
          <a:bodyPr/>
          <a:lstStyle/>
          <a:p>
            <a:r>
              <a:rPr lang="de-DE" dirty="0"/>
              <a:t>Sepehr </a:t>
            </a:r>
            <a:r>
              <a:rPr lang="de-DE" dirty="0" err="1"/>
              <a:t>Arjmandikia</a:t>
            </a:r>
            <a:r>
              <a:rPr lang="de-DE" dirty="0"/>
              <a:t> , Mayara Anastacio </a:t>
            </a:r>
            <a:r>
              <a:rPr lang="de-DE" dirty="0" err="1"/>
              <a:t>Matavela</a:t>
            </a:r>
            <a:r>
              <a:rPr lang="de-DE" dirty="0"/>
              <a:t>, </a:t>
            </a:r>
          </a:p>
          <a:p>
            <a:r>
              <a:rPr lang="de-DE" dirty="0"/>
              <a:t>Leo Bonitz  - DDM SS2026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694FDF-82D4-D285-A7D1-FF497434D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67972" y="3214007"/>
            <a:ext cx="5733142" cy="430440"/>
          </a:xfrm>
        </p:spPr>
        <p:txBody>
          <a:bodyPr/>
          <a:lstStyle/>
          <a:p>
            <a:r>
              <a:rPr lang="de-DE" sz="2400" b="1" i="0" kern="1200" dirty="0">
                <a:solidFill>
                  <a:srgbClr val="1F2937"/>
                </a:solidFill>
                <a:latin typeface="Aptos"/>
                <a:ea typeface="+mn-ea"/>
                <a:cs typeface="+mn-cs"/>
              </a:rPr>
              <a:t>Clustering auf Feature-Set angewendet</a:t>
            </a:r>
            <a:endParaRPr lang="de-DE" sz="2400" dirty="0"/>
          </a:p>
        </p:txBody>
      </p:sp>
      <p:sp>
        <p:nvSpPr>
          <p:cNvPr id="12" name="Rechteck: eine Ecke abgerundet 11">
            <a:extLst>
              <a:ext uri="{FF2B5EF4-FFF2-40B4-BE49-F238E27FC236}">
                <a16:creationId xmlns:a16="http://schemas.microsoft.com/office/drawing/2014/main" id="{104CAB35-CFFE-4E5D-A220-47BE4106D1E5}"/>
              </a:ext>
            </a:extLst>
          </p:cNvPr>
          <p:cNvSpPr/>
          <p:nvPr/>
        </p:nvSpPr>
        <p:spPr>
          <a:xfrm rot="5400000">
            <a:off x="2802194" y="-2802192"/>
            <a:ext cx="1484670" cy="7089058"/>
          </a:xfrm>
          <a:prstGeom prst="round1Rect">
            <a:avLst>
              <a:gd name="adj" fmla="val 33871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EB8967A4-6050-D793-E522-1DE19737B83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b="1" dirty="0">
                <a:solidFill>
                  <a:schemeClr val="bg1"/>
                </a:solidFill>
                <a:latin typeface="Aptos"/>
                <a:ea typeface="Cambria"/>
              </a:rPr>
              <a:t>  Logik der Analyse</a:t>
            </a:r>
            <a:endParaRPr lang="en-US" b="1" dirty="0">
              <a:solidFill>
                <a:schemeClr val="bg1"/>
              </a:solidFill>
              <a:ea typeface="Cambria"/>
            </a:endParaRP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282F1B65-B1B4-94DD-E17B-3E6B791C4DE6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chemeClr val="accent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PREISSEGMENT</a:t>
            </a:r>
            <a:endParaRPr lang="en-US" sz="120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A88CDC-6711-90AD-B08F-9C6D8DD191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86" t="-6618" r="-17143" b="5882"/>
          <a:stretch>
            <a:fillRect/>
          </a:stretch>
        </p:blipFill>
        <p:spPr>
          <a:xfrm>
            <a:off x="1090612" y="2512785"/>
            <a:ext cx="213723" cy="7003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60D02B-667D-2822-B649-2F4DE6E187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974" y="3299051"/>
            <a:ext cx="733425" cy="6953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D5A802-95C1-1707-7502-C8604BEFE7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974" y="4842328"/>
            <a:ext cx="733425" cy="6858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AB11C7A-CBD9-5F7C-3E3C-31F78808B308}"/>
              </a:ext>
            </a:extLst>
          </p:cNvPr>
          <p:cNvSpPr txBox="1"/>
          <p:nvPr/>
        </p:nvSpPr>
        <p:spPr>
          <a:xfrm>
            <a:off x="1574800" y="1556657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400" b="1" kern="1200" dirty="0" err="1">
                <a:solidFill>
                  <a:srgbClr val="17202A"/>
                </a:solidFill>
                <a:latin typeface="Aptos"/>
                <a:ea typeface="+mn-ea"/>
                <a:cs typeface="+mn-cs"/>
              </a:rPr>
              <a:t>Stärkste</a:t>
            </a:r>
            <a:r>
              <a:rPr lang="en-US" sz="2400" b="1" kern="1200" dirty="0">
                <a:solidFill>
                  <a:srgbClr val="17202A"/>
                </a:solidFill>
                <a:latin typeface="Aptos"/>
                <a:ea typeface="+mn-ea"/>
                <a:cs typeface="+mn-cs"/>
              </a:rPr>
              <a:t> </a:t>
            </a:r>
            <a:r>
              <a:rPr lang="en-US" sz="2400" b="1" kern="1200" dirty="0" err="1">
                <a:solidFill>
                  <a:srgbClr val="17202A"/>
                </a:solidFill>
                <a:latin typeface="Aptos"/>
                <a:ea typeface="+mn-ea"/>
                <a:cs typeface="+mn-cs"/>
              </a:rPr>
              <a:t>Preistreiber</a:t>
            </a:r>
            <a:r>
              <a:rPr lang="en-US" sz="2400" b="1" kern="1200" dirty="0">
                <a:solidFill>
                  <a:srgbClr val="17202A"/>
                </a:solidFill>
                <a:latin typeface="Aptos"/>
                <a:ea typeface="+mn-ea"/>
                <a:cs typeface="+mn-cs"/>
              </a:rPr>
              <a:t> </a:t>
            </a:r>
            <a:r>
              <a:rPr lang="en-US" sz="2400" b="1" kern="1200" dirty="0" err="1">
                <a:solidFill>
                  <a:srgbClr val="17202A"/>
                </a:solidFill>
                <a:latin typeface="Aptos"/>
                <a:ea typeface="+mn-ea"/>
                <a:cs typeface="+mn-cs"/>
              </a:rPr>
              <a:t>identifiziert</a:t>
            </a:r>
            <a:endParaRPr lang="en-US" sz="2400" b="1" kern="1200" dirty="0">
              <a:solidFill>
                <a:srgbClr val="17202A"/>
              </a:solidFill>
              <a:latin typeface="Aptos"/>
            </a:endParaRPr>
          </a:p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6348D3-C57A-FEE9-582A-ACC00BCA65A3}"/>
              </a:ext>
            </a:extLst>
          </p:cNvPr>
          <p:cNvSpPr txBox="1"/>
          <p:nvPr/>
        </p:nvSpPr>
        <p:spPr>
          <a:xfrm>
            <a:off x="1574800" y="3936998"/>
            <a:ext cx="9506856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de-DE" sz="2000" b="0" i="0" kern="1200">
                <a:solidFill>
                  <a:srgbClr val="5B6473"/>
                </a:solidFill>
                <a:latin typeface="Aptos"/>
                <a:ea typeface="+mn-ea"/>
                <a:cs typeface="+mn-cs"/>
              </a:rPr>
              <a:t>K-Means, Ward und DBSCAN verglichen; für Preissegmente war K-Means metrisch am stärksten.</a:t>
            </a:r>
            <a:endParaRPr lang="de-DE" sz="2000" b="0" i="0" kern="1200">
              <a:solidFill>
                <a:srgbClr val="5B6473"/>
              </a:solidFill>
              <a:latin typeface="Aptos"/>
            </a:endParaRPr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38ECFE-40EB-837E-E8E8-62E6D2C7C2EC}"/>
              </a:ext>
            </a:extLst>
          </p:cNvPr>
          <p:cNvSpPr txBox="1"/>
          <p:nvPr/>
        </p:nvSpPr>
        <p:spPr>
          <a:xfrm>
            <a:off x="1574800" y="2144487"/>
            <a:ext cx="9506856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de-DE" sz="2000" b="0" i="0" kern="1200" err="1">
                <a:solidFill>
                  <a:srgbClr val="5B6473"/>
                </a:solidFill>
                <a:latin typeface="Aptos"/>
                <a:ea typeface="+mn-ea"/>
                <a:cs typeface="+mn-cs"/>
              </a:rPr>
              <a:t>school_tier</a:t>
            </a:r>
            <a:r>
              <a:rPr lang="de-DE" sz="2000" b="0" i="0" kern="1200">
                <a:solidFill>
                  <a:srgbClr val="5B6473"/>
                </a:solidFill>
                <a:latin typeface="Aptos"/>
                <a:ea typeface="+mn-ea"/>
                <a:cs typeface="+mn-cs"/>
              </a:rPr>
              <a:t>, </a:t>
            </a:r>
            <a:r>
              <a:rPr lang="de-DE" sz="2000" b="0" i="0" kern="1200" err="1">
                <a:solidFill>
                  <a:srgbClr val="5B6473"/>
                </a:solidFill>
                <a:latin typeface="Aptos"/>
                <a:ea typeface="+mn-ea"/>
                <a:cs typeface="+mn-cs"/>
              </a:rPr>
              <a:t>median_income</a:t>
            </a:r>
            <a:r>
              <a:rPr lang="de-DE" sz="2000" b="0" i="0" kern="1200">
                <a:solidFill>
                  <a:srgbClr val="5B6473"/>
                </a:solidFill>
                <a:latin typeface="Aptos"/>
                <a:ea typeface="+mn-ea"/>
                <a:cs typeface="+mn-cs"/>
              </a:rPr>
              <a:t> und </a:t>
            </a:r>
            <a:r>
              <a:rPr lang="de-DE" sz="2000" b="0" i="0" kern="1200" err="1">
                <a:solidFill>
                  <a:srgbClr val="5B6473"/>
                </a:solidFill>
                <a:latin typeface="Aptos"/>
                <a:ea typeface="+mn-ea"/>
                <a:cs typeface="+mn-cs"/>
              </a:rPr>
              <a:t>lat</a:t>
            </a:r>
            <a:r>
              <a:rPr lang="de-DE" sz="2000" b="0" i="0" kern="1200">
                <a:solidFill>
                  <a:srgbClr val="5B6473"/>
                </a:solidFill>
                <a:latin typeface="Aptos"/>
                <a:ea typeface="+mn-ea"/>
                <a:cs typeface="+mn-cs"/>
              </a:rPr>
              <a:t> zeigen die stärksten Zusammenhänge mit dem Preis.</a:t>
            </a:r>
            <a:endParaRPr lang="de-DE" sz="2000" b="0" i="0" kern="1200">
              <a:solidFill>
                <a:srgbClr val="5B6473"/>
              </a:solidFill>
              <a:latin typeface="Aptos"/>
            </a:endParaRPr>
          </a:p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71701B-BE11-BE30-CDE7-DD967BF128A5}"/>
              </a:ext>
            </a:extLst>
          </p:cNvPr>
          <p:cNvSpPr txBox="1"/>
          <p:nvPr/>
        </p:nvSpPr>
        <p:spPr>
          <a:xfrm>
            <a:off x="1574800" y="4669972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de-DE" sz="2400" b="1" i="0" kern="1200" dirty="0">
                <a:solidFill>
                  <a:srgbClr val="1F2937"/>
                </a:solidFill>
                <a:latin typeface="Aptos"/>
                <a:ea typeface="+mn-ea"/>
                <a:cs typeface="+mn-cs"/>
              </a:rPr>
              <a:t>Vier Segmente benannt</a:t>
            </a:r>
            <a:endParaRPr lang="de-DE" sz="2400" b="1" i="0" kern="1200" dirty="0">
              <a:solidFill>
                <a:srgbClr val="1F2937"/>
              </a:solidFill>
              <a:latin typeface="Aptos"/>
            </a:endParaRPr>
          </a:p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BF93B9-7579-F199-2AF4-E6E09F0DFB82}"/>
              </a:ext>
            </a:extLst>
          </p:cNvPr>
          <p:cNvSpPr txBox="1"/>
          <p:nvPr/>
        </p:nvSpPr>
        <p:spPr>
          <a:xfrm>
            <a:off x="1574800" y="5417457"/>
            <a:ext cx="9506857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de-DE" sz="2000" b="0" i="0" kern="1200">
                <a:solidFill>
                  <a:srgbClr val="5B6473"/>
                </a:solidFill>
                <a:latin typeface="Aptos"/>
                <a:ea typeface="+mn-ea"/>
                <a:cs typeface="+mn-cs"/>
              </a:rPr>
              <a:t>Budget, Mid-Tier, Premium und Waterfront-Elite aus Medianpreisen und Clustermerkmalen abgeleitet.</a:t>
            </a:r>
            <a:endParaRPr lang="de-DE" sz="2000" b="0" i="0" kern="1200">
              <a:solidFill>
                <a:srgbClr val="5B6473"/>
              </a:solidFill>
              <a:latin typeface="Aptos"/>
            </a:endParaRPr>
          </a:p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7B2F49C-1262-97D7-1036-2AA685B2F2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613" y="4169228"/>
            <a:ext cx="228147" cy="66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032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83B8B56-538F-E292-ECCE-444F0EF21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57026" y="1745797"/>
            <a:ext cx="10477947" cy="443116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D1544-F73F-A4D8-26D7-7473EE666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513A0-6659-5492-11FB-4BDD44284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Sepehr </a:t>
            </a:r>
            <a:r>
              <a:rPr lang="de-DE" dirty="0" err="1"/>
              <a:t>Arjmandikia</a:t>
            </a:r>
            <a:r>
              <a:rPr lang="de-DE" dirty="0"/>
              <a:t> , Mayara Anastacio </a:t>
            </a:r>
            <a:r>
              <a:rPr lang="de-DE" dirty="0" err="1"/>
              <a:t>Matavela</a:t>
            </a:r>
            <a:r>
              <a:rPr lang="de-DE" dirty="0"/>
              <a:t>, </a:t>
            </a:r>
          </a:p>
          <a:p>
            <a:r>
              <a:rPr lang="de-DE" dirty="0"/>
              <a:t>Leo Bonitz  - DDM SS2026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ED71E-0120-797D-94F6-E8E98540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6</a:t>
            </a:fld>
            <a:endParaRPr lang="de-DE"/>
          </a:p>
        </p:txBody>
      </p:sp>
      <p:sp>
        <p:nvSpPr>
          <p:cNvPr id="8" name="Rechteck: eine Ecke abgerundet 11">
            <a:extLst>
              <a:ext uri="{FF2B5EF4-FFF2-40B4-BE49-F238E27FC236}">
                <a16:creationId xmlns:a16="http://schemas.microsoft.com/office/drawing/2014/main" id="{CFC51998-638A-8421-9C41-FA7439A84FD6}"/>
              </a:ext>
            </a:extLst>
          </p:cNvPr>
          <p:cNvSpPr/>
          <p:nvPr/>
        </p:nvSpPr>
        <p:spPr>
          <a:xfrm rot="5400000">
            <a:off x="2802194" y="-2802192"/>
            <a:ext cx="1484670" cy="7089058"/>
          </a:xfrm>
          <a:prstGeom prst="round1Rect">
            <a:avLst>
              <a:gd name="adj" fmla="val 33871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200" b="1"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BDFDE35E-94A8-9EEC-A72C-A021AE836E03}"/>
              </a:ext>
            </a:extLst>
          </p:cNvPr>
          <p:cNvSpPr/>
          <p:nvPr/>
        </p:nvSpPr>
        <p:spPr>
          <a:xfrm>
            <a:off x="830217" y="306977"/>
            <a:ext cx="5479143" cy="117638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chemeClr val="accent2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PREISSEGMENT</a:t>
            </a:r>
            <a:endParaRPr lang="en-US" sz="1200" b="1" kern="0" spc="200">
              <a:solidFill>
                <a:schemeClr val="accent2">
                  <a:lumMod val="20000"/>
                  <a:lumOff val="8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de-DE" sz="2800" b="1" kern="0" spc="20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  Logik der Analyse</a:t>
            </a:r>
            <a:endParaRPr lang="en-US" sz="2800" kern="0" spc="200">
              <a:solidFill>
                <a:schemeClr val="bg1"/>
              </a:solidFill>
              <a:latin typeface="Aptos"/>
              <a:ea typeface="Calibri"/>
              <a:cs typeface="Calibri"/>
            </a:endParaRPr>
          </a:p>
          <a:p>
            <a:endParaRPr lang="en-US" sz="1200" b="1" kern="0" spc="200"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7E63FC-F729-815D-D553-7D2F93A3335F}"/>
              </a:ext>
            </a:extLst>
          </p:cNvPr>
          <p:cNvSpPr txBox="1"/>
          <p:nvPr/>
        </p:nvSpPr>
        <p:spPr>
          <a:xfrm>
            <a:off x="4368800" y="1738086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de-DE" b="1" i="0" kern="1200">
                <a:solidFill>
                  <a:srgbClr val="1F2937"/>
                </a:solidFill>
                <a:latin typeface="Arial"/>
                <a:cs typeface="Arial"/>
              </a:rPr>
              <a:t>Interpretierte Preisniveaus</a:t>
            </a:r>
          </a:p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18677B8-EE59-033B-8604-ED80A173B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053" y="1907268"/>
            <a:ext cx="2800350" cy="590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A509328-F476-B9D6-DA74-CF4BEF45D726}"/>
              </a:ext>
            </a:extLst>
          </p:cNvPr>
          <p:cNvSpPr txBox="1"/>
          <p:nvPr/>
        </p:nvSpPr>
        <p:spPr>
          <a:xfrm>
            <a:off x="-203200" y="1955800"/>
            <a:ext cx="6096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ctr" rtl="0"/>
            <a:r>
              <a:rPr lang="de-DE" sz="1600" b="1" i="0" kern="1200">
                <a:solidFill>
                  <a:srgbClr val="C0392B"/>
                </a:solidFill>
                <a:latin typeface="Aptos"/>
                <a:ea typeface="+mn-ea"/>
                <a:cs typeface="+mn-cs"/>
              </a:rPr>
              <a:t>Cluster ≠ exakte</a:t>
            </a:r>
            <a:br>
              <a:rPr lang="de-DE" sz="1600" b="1" i="0" kern="1200">
                <a:latin typeface="Aptos"/>
              </a:rPr>
            </a:br>
            <a:r>
              <a:rPr lang="de-DE" sz="1600" b="1" i="0" kern="1200">
                <a:solidFill>
                  <a:srgbClr val="C0392B"/>
                </a:solidFill>
                <a:latin typeface="Aptos"/>
                <a:ea typeface="+mn-ea"/>
                <a:cs typeface="+mn-cs"/>
              </a:rPr>
              <a:t>Preisprognose</a:t>
            </a:r>
            <a:endParaRPr lang="de-DE" sz="1600" b="1" i="0" kern="1200">
              <a:solidFill>
                <a:srgbClr val="C0392B"/>
              </a:solidFill>
              <a:latin typeface="Aptos"/>
            </a:endParaRPr>
          </a:p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4270378-FDF5-231B-348B-3F35CD16BE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859" y="5511734"/>
            <a:ext cx="9971767" cy="30797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A22F58E-079F-A397-C2F4-0401A2A45A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35" t="-718750" r="-2254" b="716667"/>
          <a:stretch>
            <a:fillRect/>
          </a:stretch>
        </p:blipFill>
        <p:spPr>
          <a:xfrm>
            <a:off x="4810125" y="3252787"/>
            <a:ext cx="2564508" cy="35976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28F7D08-8026-FF94-7133-6EF5565D2F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9332" y="3153683"/>
            <a:ext cx="1847850" cy="24955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68FDB6D-0FF1-FF92-13E2-F0AB8C5DE5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6932" y="2808447"/>
            <a:ext cx="1847850" cy="2847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740E51C-6122-81C3-A631-36E627D61C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104" y="2445576"/>
            <a:ext cx="1847850" cy="320992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DFEBDC0-8CCA-763F-D383-CBBC5947D3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19218" y="2095192"/>
            <a:ext cx="1847850" cy="35623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AE0DDB5-1429-105C-E3BC-1E46B9AE3B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55762" y="3247571"/>
            <a:ext cx="1666875" cy="609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84B0AC6-E8B2-3CC5-976E-BE384580AA4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26470" y="3856944"/>
            <a:ext cx="1933575" cy="8858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842719A-6B40-66B0-4E86-77C9C2DA87A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57804" y="4615316"/>
            <a:ext cx="1619250" cy="7334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9474F2D-9972-E7F1-E7FF-DE705A484FA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34505" y="2935514"/>
            <a:ext cx="1666875" cy="6096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273102D-78A7-71F5-B037-A6C64215530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14070" y="3622221"/>
            <a:ext cx="1933575" cy="8763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200A8A6-D9B1-B426-3D02-1B1778333C9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45404" y="4496707"/>
            <a:ext cx="1619250" cy="7239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A1E7CA1-29F3-086B-78D8-BB486DC18A8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4676" y="2623457"/>
            <a:ext cx="1666875" cy="609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D42E397-2BDD-4579-9CEF-8E4203E5C84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05624" y="2311400"/>
            <a:ext cx="1762125" cy="6096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E32DA65-4365-68DE-ACF6-47545C6B77C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01670" y="3232830"/>
            <a:ext cx="1933575" cy="88582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088B195-B0C6-B0E9-DB92-13044A20BA6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40261" y="4216173"/>
            <a:ext cx="1619250" cy="73342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4D75E68-1EBF-9D54-AA8E-D3101D5779A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22405" y="2740932"/>
            <a:ext cx="1743075" cy="13906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0BED04B-F50A-E133-E57C-7C293FFD11D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69804" y="4061279"/>
            <a:ext cx="161925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563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5E756DD-B392-FD9B-C439-175DB08957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7509" y="2292462"/>
            <a:ext cx="3844926" cy="268469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2E588-5D27-F2C6-9745-73C0FF72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AAA3B-F2C8-CA8B-654E-325AD94EC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Sepehr </a:t>
            </a:r>
            <a:r>
              <a:rPr lang="de-DE" dirty="0" err="1"/>
              <a:t>Arjmandikia</a:t>
            </a:r>
            <a:r>
              <a:rPr lang="de-DE" dirty="0"/>
              <a:t> , Mayara Anastacio </a:t>
            </a:r>
            <a:r>
              <a:rPr lang="de-DE" dirty="0" err="1"/>
              <a:t>Matavela</a:t>
            </a:r>
            <a:r>
              <a:rPr lang="de-DE" dirty="0"/>
              <a:t>, </a:t>
            </a:r>
          </a:p>
          <a:p>
            <a:r>
              <a:rPr lang="de-DE" dirty="0"/>
              <a:t>Leo Bonitz  - DDM SS2026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D5D90-F140-DB4E-BDA0-6A807B9D0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7</a:t>
            </a:fld>
            <a:endParaRPr lang="de-DE"/>
          </a:p>
        </p:txBody>
      </p:sp>
      <p:sp>
        <p:nvSpPr>
          <p:cNvPr id="8" name="Rechteck: eine Ecke abgerundet 11">
            <a:extLst>
              <a:ext uri="{FF2B5EF4-FFF2-40B4-BE49-F238E27FC236}">
                <a16:creationId xmlns:a16="http://schemas.microsoft.com/office/drawing/2014/main" id="{667459D1-2297-BC6A-78A6-72C17ECF19A6}"/>
              </a:ext>
            </a:extLst>
          </p:cNvPr>
          <p:cNvSpPr/>
          <p:nvPr/>
        </p:nvSpPr>
        <p:spPr>
          <a:xfrm rot="5400000">
            <a:off x="2802194" y="-2802192"/>
            <a:ext cx="1484670" cy="7089058"/>
          </a:xfrm>
          <a:prstGeom prst="round1Rect">
            <a:avLst>
              <a:gd name="adj" fmla="val 33871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200" b="1"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3276281E-17B3-43E1-5E1B-FF53989B520F}"/>
              </a:ext>
            </a:extLst>
          </p:cNvPr>
          <p:cNvSpPr/>
          <p:nvPr/>
        </p:nvSpPr>
        <p:spPr>
          <a:xfrm>
            <a:off x="830217" y="502920"/>
            <a:ext cx="5479143" cy="7554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1200" b="1" kern="0" spc="200"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  <a:p>
            <a:endParaRPr lang="en-US" sz="1200" b="1" kern="0" spc="200"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  <a:p>
            <a:endParaRPr lang="en-US" sz="1200" b="1" kern="0" spc="200"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  <a:p>
            <a:endParaRPr lang="en-US" sz="1200" b="1" kern="0" spc="200"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lang="en-US" sz="1200" b="1" kern="0" spc="200">
                <a:solidFill>
                  <a:schemeClr val="accent2">
                    <a:lumMod val="20000"/>
                    <a:lumOff val="80000"/>
                  </a:schemeClr>
                </a:solidFill>
                <a:latin typeface="Calibri"/>
                <a:ea typeface="Calibri"/>
                <a:cs typeface="Calibri"/>
              </a:rPr>
              <a:t>PREISSEGMENT</a:t>
            </a:r>
            <a:endParaRPr lang="en-US"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  <a:p>
            <a:r>
              <a:rPr lang="de-DE" sz="2800" b="1" kern="0" spc="20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  Logik der Analyse</a:t>
            </a:r>
            <a:endParaRPr lang="en-US" sz="2800" kern="0" spc="200">
              <a:solidFill>
                <a:schemeClr val="bg1"/>
              </a:solidFill>
              <a:latin typeface="Aptos"/>
              <a:ea typeface="Calibri"/>
              <a:cs typeface="Calibri"/>
            </a:endParaRPr>
          </a:p>
          <a:p>
            <a:endParaRPr lang="en-US" sz="1200" b="1" kern="0" spc="200"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  <a:p>
            <a:endParaRPr lang="en-US" sz="1200" b="1" kern="0" spc="200"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  <a:p>
            <a:endParaRPr lang="en-US" sz="1200" b="1" kern="0" spc="200">
              <a:solidFill>
                <a:schemeClr val="accent2">
                  <a:lumMod val="20000"/>
                  <a:lumOff val="8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E157F4-3188-2F91-F6BC-3CA870AFF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8085" y="2315256"/>
            <a:ext cx="3875315" cy="2662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67CF12-1E4E-001C-DE05-988179AD5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8080" y="2329772"/>
            <a:ext cx="3634468" cy="26484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E600D4-3D31-70B8-CFD2-491F89ADB567}"/>
              </a:ext>
            </a:extLst>
          </p:cNvPr>
          <p:cNvSpPr txBox="1"/>
          <p:nvPr/>
        </p:nvSpPr>
        <p:spPr>
          <a:xfrm>
            <a:off x="210458" y="1716314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de-DE" sz="2400" b="1" kern="1200">
                <a:latin typeface="Aptos"/>
                <a:ea typeface="+mn-ea"/>
                <a:cs typeface="+mn-cs"/>
              </a:rPr>
              <a:t>Als alleinige Methode problematisch:</a:t>
            </a:r>
            <a:endParaRPr lang="de-DE" sz="2400" b="1" kern="1200">
              <a:latin typeface="Aptos"/>
            </a:endParaRPr>
          </a:p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392661-FB11-9C81-DFC5-81774224AE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7" y="5146122"/>
            <a:ext cx="12192000" cy="105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458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>
            <a:extLst>
              <a:ext uri="{FF2B5EF4-FFF2-40B4-BE49-F238E27FC236}">
                <a16:creationId xmlns:a16="http://schemas.microsoft.com/office/drawing/2014/main" id="{958C9A7B-9033-485A-F1DB-95BE47A284A5}"/>
              </a:ext>
            </a:extLst>
          </p:cNvPr>
          <p:cNvSpPr/>
          <p:nvPr/>
        </p:nvSpPr>
        <p:spPr>
          <a:xfrm>
            <a:off x="6263640" y="1741372"/>
            <a:ext cx="5074920" cy="4351338"/>
          </a:xfrm>
          <a:prstGeom prst="roundRect">
            <a:avLst>
              <a:gd name="adj" fmla="val 1839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BCBD67F0-B789-BB9A-AC9A-D9820BEB360A}"/>
              </a:ext>
            </a:extLst>
          </p:cNvPr>
          <p:cNvSpPr/>
          <p:nvPr/>
        </p:nvSpPr>
        <p:spPr>
          <a:xfrm>
            <a:off x="822960" y="1741372"/>
            <a:ext cx="5074920" cy="4351338"/>
          </a:xfrm>
          <a:prstGeom prst="roundRect">
            <a:avLst>
              <a:gd name="adj" fmla="val 1839"/>
            </a:avLst>
          </a:prstGeom>
          <a:solidFill>
            <a:srgbClr val="E9F0F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049C6E-7079-34F1-2FF6-D7C2C8FAC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7252" y="1954327"/>
            <a:ext cx="5272548" cy="4222635"/>
          </a:xfrm>
        </p:spPr>
        <p:txBody>
          <a:bodyPr/>
          <a:lstStyle/>
          <a:p>
            <a:pPr marL="0" indent="0" algn="ctr">
              <a:buNone/>
            </a:pPr>
            <a:r>
              <a:rPr lang="de-DE" b="1" dirty="0"/>
              <a:t>Lage-Attribute</a:t>
            </a:r>
            <a:r>
              <a:rPr lang="de-DE" dirty="0"/>
              <a:t> des Häuserdatensatzes</a:t>
            </a:r>
          </a:p>
          <a:p>
            <a:pPr algn="ctr"/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58065CD-423C-C891-A3AE-48F653BEF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954327"/>
            <a:ext cx="5181598" cy="4222636"/>
          </a:xfrm>
        </p:spPr>
        <p:txBody>
          <a:bodyPr/>
          <a:lstStyle/>
          <a:p>
            <a:pPr marL="0" indent="0" algn="ctr">
              <a:buNone/>
            </a:pPr>
            <a:r>
              <a:rPr lang="de-DE" dirty="0"/>
              <a:t>Verknüpfte </a:t>
            </a:r>
            <a:r>
              <a:rPr lang="de-DE" b="1" dirty="0"/>
              <a:t>Externe Daten</a:t>
            </a:r>
          </a:p>
          <a:p>
            <a:pPr marL="0" indent="0" algn="ctr">
              <a:buNone/>
            </a:pPr>
            <a:endParaRPr lang="de-DE" b="1" dirty="0"/>
          </a:p>
          <a:p>
            <a:pPr marL="0" indent="0" algn="ctr">
              <a:buNone/>
            </a:pPr>
            <a:endParaRPr lang="de-DE" sz="2400" i="1" dirty="0"/>
          </a:p>
          <a:p>
            <a:pPr marL="0" indent="0" algn="ctr">
              <a:buNone/>
            </a:pPr>
            <a:r>
              <a:rPr lang="de-DE" sz="2400" i="1" dirty="0"/>
              <a:t>Durchschnittliches einkommen pro Postleihzahl / Nachbarschaft</a:t>
            </a:r>
          </a:p>
          <a:p>
            <a:pPr marL="0" indent="0" algn="ctr">
              <a:buNone/>
            </a:pPr>
            <a:endParaRPr lang="de-DE" sz="2400" i="1" dirty="0"/>
          </a:p>
          <a:p>
            <a:pPr marL="0" indent="0" algn="ctr">
              <a:buNone/>
            </a:pPr>
            <a:endParaRPr lang="de-DE" sz="2400" i="1" dirty="0"/>
          </a:p>
          <a:p>
            <a:pPr marL="0" indent="0" algn="ctr">
              <a:buNone/>
            </a:pPr>
            <a:r>
              <a:rPr lang="de-DE" sz="2400" i="1" dirty="0"/>
              <a:t>Distanz zum nächsten großen ÖPNV-Knotenpunkt </a:t>
            </a:r>
          </a:p>
          <a:p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169D84-0782-BA32-0B73-049FDC72A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719971-62AF-9A00-AD98-2698BCAFE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Sepehr </a:t>
            </a:r>
            <a:r>
              <a:rPr lang="de-DE" dirty="0" err="1"/>
              <a:t>Arjmandikia</a:t>
            </a:r>
            <a:r>
              <a:rPr lang="de-DE" dirty="0"/>
              <a:t> , Mayara Anastacio </a:t>
            </a:r>
            <a:r>
              <a:rPr lang="de-DE" dirty="0" err="1"/>
              <a:t>Matavela</a:t>
            </a:r>
            <a:r>
              <a:rPr lang="de-DE" dirty="0"/>
              <a:t>, </a:t>
            </a:r>
          </a:p>
          <a:p>
            <a:r>
              <a:rPr lang="de-DE" dirty="0"/>
              <a:t>Leo Bonitz  - DDM SS2026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FBF2F9-D471-8D5D-1F80-C68980C3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8</a:t>
            </a:fld>
            <a:endParaRPr lang="de-DE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C639F128-DCAD-5444-9EFE-766FE0B26EF1}"/>
              </a:ext>
            </a:extLst>
          </p:cNvPr>
          <p:cNvSpPr/>
          <p:nvPr/>
        </p:nvSpPr>
        <p:spPr>
          <a:xfrm>
            <a:off x="1234440" y="2836246"/>
            <a:ext cx="4251960" cy="0"/>
          </a:xfrm>
          <a:prstGeom prst="line">
            <a:avLst/>
          </a:prstGeom>
          <a:noFill/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C21B8DBE-E53F-FFB8-A60D-A05FA7E6373C}"/>
              </a:ext>
            </a:extLst>
          </p:cNvPr>
          <p:cNvSpPr/>
          <p:nvPr/>
        </p:nvSpPr>
        <p:spPr>
          <a:xfrm>
            <a:off x="6675120" y="2788120"/>
            <a:ext cx="425196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de-DE"/>
          </a:p>
        </p:txBody>
      </p:sp>
      <p:sp>
        <p:nvSpPr>
          <p:cNvPr id="22" name="Rechteck: eine Ecke abgerundet 21">
            <a:extLst>
              <a:ext uri="{FF2B5EF4-FFF2-40B4-BE49-F238E27FC236}">
                <a16:creationId xmlns:a16="http://schemas.microsoft.com/office/drawing/2014/main" id="{F5832EC1-2D89-0520-325C-163CA8F24E8E}"/>
              </a:ext>
            </a:extLst>
          </p:cNvPr>
          <p:cNvSpPr/>
          <p:nvPr/>
        </p:nvSpPr>
        <p:spPr>
          <a:xfrm rot="5400000">
            <a:off x="2802194" y="-2802192"/>
            <a:ext cx="1484670" cy="7089058"/>
          </a:xfrm>
          <a:prstGeom prst="round1Rect">
            <a:avLst>
              <a:gd name="adj" fmla="val 338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CDD86CF0-222B-508D-57E7-52CE600AD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4000" b="1" dirty="0">
                <a:solidFill>
                  <a:schemeClr val="bg1"/>
                </a:solidFill>
                <a:ea typeface="Cambria" panose="02040503050406030204" pitchFamily="18" charset="0"/>
              </a:rPr>
              <a:t>Datensatz</a:t>
            </a:r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73740D9B-84EF-6966-4B67-9133F2FF218C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chemeClr val="tx2">
                    <a:lumMod val="25000"/>
                    <a:lumOff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LAGESEGMENT</a:t>
            </a:r>
            <a:endParaRPr lang="en-US" sz="12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929CD487-9029-EAD4-53FB-FBFB36B272E1}"/>
              </a:ext>
            </a:extLst>
          </p:cNvPr>
          <p:cNvSpPr/>
          <p:nvPr/>
        </p:nvSpPr>
        <p:spPr>
          <a:xfrm>
            <a:off x="1317523" y="3057832"/>
            <a:ext cx="4168877" cy="371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sqft_living15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81ADA416-65C2-13ED-2359-F71826725B29}"/>
              </a:ext>
            </a:extLst>
          </p:cNvPr>
          <p:cNvSpPr/>
          <p:nvPr/>
        </p:nvSpPr>
        <p:spPr>
          <a:xfrm>
            <a:off x="1317523" y="3545901"/>
            <a:ext cx="4168877" cy="371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sqft_lot15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4030B472-13F9-015B-F42A-55593A1C147B}"/>
              </a:ext>
            </a:extLst>
          </p:cNvPr>
          <p:cNvSpPr/>
          <p:nvPr/>
        </p:nvSpPr>
        <p:spPr>
          <a:xfrm>
            <a:off x="1317523" y="4033970"/>
            <a:ext cx="4168877" cy="371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/>
              <a:t>view</a:t>
            </a:r>
            <a:endParaRPr lang="de-DE" b="1" dirty="0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CB2C4581-21E2-5F4A-6B09-0C67D39FAADF}"/>
              </a:ext>
            </a:extLst>
          </p:cNvPr>
          <p:cNvSpPr/>
          <p:nvPr/>
        </p:nvSpPr>
        <p:spPr>
          <a:xfrm>
            <a:off x="1317523" y="4522039"/>
            <a:ext cx="4168877" cy="371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/>
              <a:t>waterfront</a:t>
            </a:r>
            <a:endParaRPr lang="de-DE" b="1" dirty="0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93108603-E899-ABC5-535C-34F7E379063A}"/>
              </a:ext>
            </a:extLst>
          </p:cNvPr>
          <p:cNvSpPr/>
          <p:nvPr/>
        </p:nvSpPr>
        <p:spPr>
          <a:xfrm>
            <a:off x="1317523" y="5010108"/>
            <a:ext cx="4168877" cy="371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/>
              <a:t>lat</a:t>
            </a:r>
            <a:endParaRPr lang="de-DE" b="1" dirty="0"/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2B621CCC-110E-D9FE-721B-8CB5B9E1BA27}"/>
              </a:ext>
            </a:extLst>
          </p:cNvPr>
          <p:cNvSpPr/>
          <p:nvPr/>
        </p:nvSpPr>
        <p:spPr>
          <a:xfrm>
            <a:off x="1317523" y="5498177"/>
            <a:ext cx="4168877" cy="3711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/>
              <a:t>long</a:t>
            </a:r>
            <a:endParaRPr lang="de-DE" b="1" dirty="0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0BF7A146-DB5A-F568-8901-322DA6D38798}"/>
              </a:ext>
            </a:extLst>
          </p:cNvPr>
          <p:cNvSpPr/>
          <p:nvPr/>
        </p:nvSpPr>
        <p:spPr>
          <a:xfrm>
            <a:off x="6716661" y="3051760"/>
            <a:ext cx="4168877" cy="37114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/>
              <a:t>med_household_income</a:t>
            </a:r>
            <a:endParaRPr lang="de-DE" b="1" dirty="0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1057D0BF-CF1D-2D09-C398-0803AB6AE103}"/>
              </a:ext>
            </a:extLst>
          </p:cNvPr>
          <p:cNvSpPr/>
          <p:nvPr/>
        </p:nvSpPr>
        <p:spPr>
          <a:xfrm>
            <a:off x="6758203" y="4638781"/>
            <a:ext cx="4168877" cy="37114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/>
              <a:t>distance_transit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2993954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239576DA-4ED8-9F36-4251-8A1841E880CE}"/>
              </a:ext>
            </a:extLst>
          </p:cNvPr>
          <p:cNvSpPr/>
          <p:nvPr/>
        </p:nvSpPr>
        <p:spPr>
          <a:xfrm>
            <a:off x="0" y="1484672"/>
            <a:ext cx="6477000" cy="4591663"/>
          </a:xfrm>
          <a:prstGeom prst="roundRect">
            <a:avLst>
              <a:gd name="adj" fmla="val 1839"/>
            </a:avLst>
          </a:prstGeom>
          <a:solidFill>
            <a:srgbClr val="E9F0F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Rechteck: eine Ecke abgerundet 12">
            <a:extLst>
              <a:ext uri="{FF2B5EF4-FFF2-40B4-BE49-F238E27FC236}">
                <a16:creationId xmlns:a16="http://schemas.microsoft.com/office/drawing/2014/main" id="{9A9BA8FA-4AA6-E6FE-4DAB-9397AE6DDBB5}"/>
              </a:ext>
            </a:extLst>
          </p:cNvPr>
          <p:cNvSpPr/>
          <p:nvPr/>
        </p:nvSpPr>
        <p:spPr>
          <a:xfrm rot="5400000">
            <a:off x="2802194" y="-2802192"/>
            <a:ext cx="1484670" cy="7089058"/>
          </a:xfrm>
          <a:prstGeom prst="round1Rect">
            <a:avLst>
              <a:gd name="adj" fmla="val 338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6969A9A-E777-1A0E-DFE1-E98FC43DD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b="1" dirty="0">
                <a:solidFill>
                  <a:schemeClr val="bg1"/>
                </a:solidFill>
                <a:ea typeface="Cambria" panose="02040503050406030204" pitchFamily="18" charset="0"/>
              </a:rPr>
              <a:t>Datensatz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FB5887-07F8-1D09-A177-561C16090C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/>
              <a:t>Weiteres Attribut </a:t>
            </a:r>
            <a:r>
              <a:rPr lang="de-DE" b="1" dirty="0" err="1"/>
              <a:t>quality_score</a:t>
            </a:r>
            <a:endParaRPr lang="de-DE" dirty="0"/>
          </a:p>
          <a:p>
            <a:pPr marL="285750" indent="-285750"/>
            <a:r>
              <a:rPr lang="de-DE" dirty="0"/>
              <a:t>Zusammengesetzt als Durchschnittswert der Standardisierten „</a:t>
            </a:r>
            <a:r>
              <a:rPr lang="de-DE" dirty="0" err="1"/>
              <a:t>housing_attributes</a:t>
            </a:r>
            <a:r>
              <a:rPr lang="de-DE" dirty="0"/>
              <a:t>“:</a:t>
            </a:r>
          </a:p>
          <a:p>
            <a:pPr marL="642938" lvl="1" indent="-285750"/>
            <a:r>
              <a:rPr lang="de-DE" dirty="0" err="1"/>
              <a:t>bedrooms</a:t>
            </a:r>
            <a:r>
              <a:rPr lang="de-DE" dirty="0"/>
              <a:t>, </a:t>
            </a:r>
            <a:r>
              <a:rPr lang="de-DE" dirty="0" err="1"/>
              <a:t>bathrooms</a:t>
            </a:r>
            <a:endParaRPr lang="de-DE" dirty="0"/>
          </a:p>
          <a:p>
            <a:pPr marL="642938" lvl="1" indent="-285750"/>
            <a:r>
              <a:rPr lang="de-DE" dirty="0" err="1"/>
              <a:t>floors</a:t>
            </a:r>
            <a:endParaRPr lang="de-DE" dirty="0"/>
          </a:p>
          <a:p>
            <a:pPr marL="642938" lvl="1" indent="-285750"/>
            <a:r>
              <a:rPr lang="de-DE" dirty="0" err="1"/>
              <a:t>sqft_living</a:t>
            </a:r>
            <a:r>
              <a:rPr lang="de-DE" dirty="0"/>
              <a:t>, </a:t>
            </a:r>
            <a:r>
              <a:rPr lang="de-DE" dirty="0" err="1"/>
              <a:t>sqft_liv_ratio</a:t>
            </a:r>
            <a:endParaRPr lang="de-DE" dirty="0"/>
          </a:p>
          <a:p>
            <a:pPr marL="642938" lvl="1" indent="-285750"/>
            <a:r>
              <a:rPr lang="de-DE" dirty="0" err="1"/>
              <a:t>sqft_lot</a:t>
            </a:r>
            <a:r>
              <a:rPr lang="de-DE" dirty="0"/>
              <a:t>, </a:t>
            </a:r>
            <a:r>
              <a:rPr lang="de-DE" dirty="0" err="1"/>
              <a:t>sqft_lot_ratio</a:t>
            </a:r>
            <a:endParaRPr lang="de-DE" dirty="0"/>
          </a:p>
          <a:p>
            <a:pPr marL="642938" lvl="1" indent="-285750"/>
            <a:r>
              <a:rPr lang="de-DE" dirty="0"/>
              <a:t>grade</a:t>
            </a:r>
          </a:p>
          <a:p>
            <a:pPr marL="642938" lvl="1" indent="-285750"/>
            <a:r>
              <a:rPr lang="de-DE" dirty="0" err="1"/>
              <a:t>condition</a:t>
            </a:r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Dimensionsreduktion durch Zusammenführung zu einem Attribut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/>
              <a:t>Je höher der Score desto besser das Haus (vereinfacht)</a:t>
            </a:r>
          </a:p>
          <a:p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10D963-0871-9D40-5302-FC6A6209C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EA6D0B-956C-74B2-E263-746F8B6A4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Sepehr </a:t>
            </a:r>
            <a:r>
              <a:rPr lang="de-DE" dirty="0" err="1"/>
              <a:t>Arjmandikia</a:t>
            </a:r>
            <a:r>
              <a:rPr lang="de-DE" dirty="0"/>
              <a:t> , Mayara Anastacio </a:t>
            </a:r>
            <a:r>
              <a:rPr lang="de-DE" dirty="0" err="1"/>
              <a:t>Matavela</a:t>
            </a:r>
            <a:r>
              <a:rPr lang="de-DE" dirty="0"/>
              <a:t>, </a:t>
            </a:r>
          </a:p>
          <a:p>
            <a:r>
              <a:rPr lang="de-DE" dirty="0"/>
              <a:t>Leo Bonitz  - DDM SS2026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564F21-F899-ADDA-297F-3DB9A828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9</a:t>
            </a:fld>
            <a:endParaRPr lang="de-DE"/>
          </a:p>
        </p:txBody>
      </p:sp>
      <p:pic>
        <p:nvPicPr>
          <p:cNvPr id="8" name="Inhaltsplatzhalter 12">
            <a:extLst>
              <a:ext uri="{FF2B5EF4-FFF2-40B4-BE49-F238E27FC236}">
                <a16:creationId xmlns:a16="http://schemas.microsoft.com/office/drawing/2014/main" id="{BE521531-24C9-9F68-1DBD-EF8D3B5B4E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6999" y="1534370"/>
            <a:ext cx="5715001" cy="4286251"/>
          </a:xfr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1EC79B25-3B16-AAA0-8C02-5D983F26592C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chemeClr val="tx2">
                    <a:lumMod val="25000"/>
                    <a:lumOff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LAGESEGMENT</a:t>
            </a:r>
            <a:endParaRPr lang="en-US" sz="120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102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2">
            <a:extLst>
              <a:ext uri="{FF2B5EF4-FFF2-40B4-BE49-F238E27FC236}">
                <a16:creationId xmlns:a16="http://schemas.microsoft.com/office/drawing/2014/main" id="{10B61E26-BB63-1F92-8DA8-24987E814983}"/>
              </a:ext>
            </a:extLst>
          </p:cNvPr>
          <p:cNvSpPr/>
          <p:nvPr/>
        </p:nvSpPr>
        <p:spPr>
          <a:xfrm>
            <a:off x="0" y="1494504"/>
            <a:ext cx="5382923" cy="4591663"/>
          </a:xfrm>
          <a:prstGeom prst="roundRect">
            <a:avLst>
              <a:gd name="adj" fmla="val 1839"/>
            </a:avLst>
          </a:prstGeom>
          <a:solidFill>
            <a:srgbClr val="E9F0F3"/>
          </a:solidFill>
          <a:ln/>
        </p:spPr>
        <p:txBody>
          <a:bodyPr/>
          <a:lstStyle/>
          <a:p>
            <a:endParaRPr lang="de-DE" dirty="0"/>
          </a:p>
        </p:txBody>
      </p:sp>
      <p:pic>
        <p:nvPicPr>
          <p:cNvPr id="8" name="Inhaltsplatzhalter 8">
            <a:extLst>
              <a:ext uri="{FF2B5EF4-FFF2-40B4-BE49-F238E27FC236}">
                <a16:creationId xmlns:a16="http://schemas.microsoft.com/office/drawing/2014/main" id="{FC32974E-BB0E-0250-F16E-FBF8FD1242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5653549" y="1301072"/>
            <a:ext cx="6337129" cy="4752847"/>
          </a:xfrm>
        </p:spPr>
      </p:pic>
      <p:sp>
        <p:nvSpPr>
          <p:cNvPr id="36" name="Rechteck: eine Ecke abgerundet 35">
            <a:extLst>
              <a:ext uri="{FF2B5EF4-FFF2-40B4-BE49-F238E27FC236}">
                <a16:creationId xmlns:a16="http://schemas.microsoft.com/office/drawing/2014/main" id="{75D59243-06F7-637C-12D6-156BFD90656D}"/>
              </a:ext>
            </a:extLst>
          </p:cNvPr>
          <p:cNvSpPr/>
          <p:nvPr/>
        </p:nvSpPr>
        <p:spPr>
          <a:xfrm rot="5400000">
            <a:off x="2802194" y="-2802192"/>
            <a:ext cx="1484670" cy="7089058"/>
          </a:xfrm>
          <a:prstGeom prst="round1Rect">
            <a:avLst>
              <a:gd name="adj" fmla="val 338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DC9BEB-CF3D-62F9-6217-BCB6589C65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38452" y="1783922"/>
            <a:ext cx="5181600" cy="4351338"/>
          </a:xfrm>
        </p:spPr>
        <p:txBody>
          <a:bodyPr/>
          <a:lstStyle/>
          <a:p>
            <a:pPr marL="0" indent="0">
              <a:buNone/>
            </a:pPr>
            <a:endParaRPr lang="de-DE"/>
          </a:p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4A602E-38C3-96F4-FDCF-48F59A4F0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E63405-6397-56B2-2B43-DA9C9CE48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Sepehr </a:t>
            </a:r>
            <a:r>
              <a:rPr lang="de-DE" dirty="0" err="1"/>
              <a:t>Arjmandikia</a:t>
            </a:r>
            <a:r>
              <a:rPr lang="de-DE" dirty="0"/>
              <a:t> , Mayara Anastacio </a:t>
            </a:r>
            <a:r>
              <a:rPr lang="de-DE" dirty="0" err="1"/>
              <a:t>Matavela</a:t>
            </a:r>
            <a:r>
              <a:rPr lang="de-DE" dirty="0"/>
              <a:t>, </a:t>
            </a:r>
          </a:p>
          <a:p>
            <a:r>
              <a:rPr lang="de-DE" dirty="0"/>
              <a:t>Leo Bonitz  - DDM SS2026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BDC44A-4A40-147D-DB2B-541E711E3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10</a:t>
            </a:fld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0D6A07EB-0401-21F9-DD94-3B238AC9AF4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solidFill>
                  <a:schemeClr val="bg1"/>
                </a:solidFill>
                <a:ea typeface="Cambria" panose="02040503050406030204" pitchFamily="18" charset="0"/>
              </a:rPr>
              <a:t>Clustering HDBSCAN </a:t>
            </a: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AE2EB436-FDF0-7686-D049-431FF8B34CA3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chemeClr val="tx2">
                    <a:lumMod val="25000"/>
                    <a:lumOff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LAGESEGMENT</a:t>
            </a:r>
            <a:endParaRPr lang="en-US" sz="120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FEE77BC6-916E-B110-82AD-D79EFB1E3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535142"/>
              </p:ext>
            </p:extLst>
          </p:nvPr>
        </p:nvGraphicFramePr>
        <p:xfrm>
          <a:off x="331481" y="2900090"/>
          <a:ext cx="474430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4923">
                  <a:extLst>
                    <a:ext uri="{9D8B030D-6E8A-4147-A177-3AD203B41FA5}">
                      <a16:colId xmlns:a16="http://schemas.microsoft.com/office/drawing/2014/main" val="820029496"/>
                    </a:ext>
                  </a:extLst>
                </a:gridCol>
                <a:gridCol w="4139381">
                  <a:extLst>
                    <a:ext uri="{9D8B030D-6E8A-4147-A177-3AD203B41FA5}">
                      <a16:colId xmlns:a16="http://schemas.microsoft.com/office/drawing/2014/main" val="2352872908"/>
                    </a:ext>
                  </a:extLst>
                </a:gridCol>
              </a:tblGrid>
              <a:tr h="360446">
                <a:tc>
                  <a:txBody>
                    <a:bodyPr/>
                    <a:lstStyle/>
                    <a:p>
                      <a:r>
                        <a:rPr lang="de-DE" dirty="0"/>
                        <a:t>Nr.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Cluster Bezeichnung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394619"/>
                  </a:ext>
                </a:extLst>
              </a:tr>
              <a:tr h="360446">
                <a:tc>
                  <a:txBody>
                    <a:bodyPr/>
                    <a:lstStyle/>
                    <a:p>
                      <a:r>
                        <a:rPr lang="de-DE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i="1"/>
                        <a:t>Luxury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587061"/>
                  </a:ext>
                </a:extLst>
              </a:tr>
              <a:tr h="360446">
                <a:tc>
                  <a:txBody>
                    <a:bodyPr/>
                    <a:lstStyle/>
                    <a:p>
                      <a:r>
                        <a:rPr lang="de-DE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i="1" dirty="0"/>
                        <a:t>Downtown Seattle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4890555"/>
                  </a:ext>
                </a:extLst>
              </a:tr>
              <a:tr h="360446">
                <a:tc>
                  <a:txBody>
                    <a:bodyPr/>
                    <a:lstStyle/>
                    <a:p>
                      <a:r>
                        <a:rPr lang="de-DE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i="1" dirty="0"/>
                        <a:t>Suburban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323874"/>
                  </a:ext>
                </a:extLst>
              </a:tr>
              <a:tr h="360446">
                <a:tc>
                  <a:txBody>
                    <a:bodyPr/>
                    <a:lstStyle/>
                    <a:p>
                      <a:r>
                        <a:rPr lang="de-DE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i="1" dirty="0"/>
                        <a:t>Expansive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635201"/>
                  </a:ext>
                </a:extLst>
              </a:tr>
              <a:tr h="360446">
                <a:tc>
                  <a:txBody>
                    <a:bodyPr/>
                    <a:lstStyle/>
                    <a:p>
                      <a:r>
                        <a:rPr lang="de-DE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i="1" dirty="0"/>
                        <a:t>Lower </a:t>
                      </a:r>
                      <a:r>
                        <a:rPr lang="de-DE" i="1" dirty="0" err="1"/>
                        <a:t>income</a:t>
                      </a:r>
                      <a:endParaRPr lang="de-DE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453294"/>
                  </a:ext>
                </a:extLst>
              </a:tr>
              <a:tr h="360446">
                <a:tc>
                  <a:txBody>
                    <a:bodyPr/>
                    <a:lstStyle/>
                    <a:p>
                      <a:r>
                        <a:rPr lang="de-DE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i="1" dirty="0" err="1"/>
                        <a:t>Scenic</a:t>
                      </a:r>
                      <a:endParaRPr lang="de-DE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53626"/>
                  </a:ext>
                </a:extLst>
              </a:tr>
              <a:tr h="360446">
                <a:tc>
                  <a:txBody>
                    <a:bodyPr/>
                    <a:lstStyle/>
                    <a:p>
                      <a:r>
                        <a:rPr lang="de-DE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i="1" dirty="0"/>
                        <a:t>Rural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401622"/>
                  </a:ext>
                </a:extLst>
              </a:tr>
            </a:tbl>
          </a:graphicData>
        </a:graphic>
      </p:graphicFrame>
      <p:sp>
        <p:nvSpPr>
          <p:cNvPr id="15" name="Textfeld 14">
            <a:extLst>
              <a:ext uri="{FF2B5EF4-FFF2-40B4-BE49-F238E27FC236}">
                <a16:creationId xmlns:a16="http://schemas.microsoft.com/office/drawing/2014/main" id="{D6EC72AC-2E13-19ED-A830-9BB40A6A175D}"/>
              </a:ext>
            </a:extLst>
          </p:cNvPr>
          <p:cNvSpPr txBox="1"/>
          <p:nvPr/>
        </p:nvSpPr>
        <p:spPr>
          <a:xfrm>
            <a:off x="331481" y="1901939"/>
            <a:ext cx="4744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SILHOUETTE-SCORE: </a:t>
            </a:r>
            <a:r>
              <a:rPr lang="en-US" b="1" spc="150" dirty="0">
                <a:solidFill>
                  <a:srgbClr val="1C7293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0,407</a:t>
            </a:r>
          </a:p>
          <a:p>
            <a:r>
              <a:rPr lang="en-US" b="1" kern="0" spc="150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DAVIES-BOULDIN-INDEX: 1,195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6938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74B02-8433-D26D-E767-23431A28C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: eine Ecke abgerundet 15">
            <a:extLst>
              <a:ext uri="{FF2B5EF4-FFF2-40B4-BE49-F238E27FC236}">
                <a16:creationId xmlns:a16="http://schemas.microsoft.com/office/drawing/2014/main" id="{F03D2BE4-E024-B6FF-5463-C0FC2A7A4786}"/>
              </a:ext>
            </a:extLst>
          </p:cNvPr>
          <p:cNvSpPr/>
          <p:nvPr/>
        </p:nvSpPr>
        <p:spPr>
          <a:xfrm rot="5400000">
            <a:off x="2802194" y="-2802192"/>
            <a:ext cx="1484670" cy="7089058"/>
          </a:xfrm>
          <a:prstGeom prst="round1Rect">
            <a:avLst>
              <a:gd name="adj" fmla="val 338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287047D-5DF9-8684-9A12-33DD22DD4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153D0E-1220-8D46-55FC-23B72691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Sepehr </a:t>
            </a:r>
            <a:r>
              <a:rPr lang="de-DE" dirty="0" err="1"/>
              <a:t>Arjmandikia</a:t>
            </a:r>
            <a:r>
              <a:rPr lang="de-DE" dirty="0"/>
              <a:t> , Mayara Anastacio </a:t>
            </a:r>
            <a:r>
              <a:rPr lang="de-DE" dirty="0" err="1"/>
              <a:t>Matavela</a:t>
            </a:r>
            <a:r>
              <a:rPr lang="de-DE" dirty="0"/>
              <a:t>, </a:t>
            </a:r>
          </a:p>
          <a:p>
            <a:r>
              <a:rPr lang="de-DE" dirty="0"/>
              <a:t>Leo Bonitz  - DDM SS2026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1874D1-B354-0C76-2DC8-598BBDDE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11</a:t>
            </a:fld>
            <a:endParaRPr lang="de-DE"/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9252CED0-B469-FFA0-7275-FBEA95087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015439"/>
              </p:ext>
            </p:extLst>
          </p:nvPr>
        </p:nvGraphicFramePr>
        <p:xfrm>
          <a:off x="822960" y="1829292"/>
          <a:ext cx="10259568" cy="4288536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sqft_living15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sqft_lot15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distance_transit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household_income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quality_score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1B2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1,27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-0,16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1B2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0,29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-0,56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-0,31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1,51</a:t>
                      </a:r>
                      <a:endParaRPr lang="en-US" sz="1050" b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-0,33</a:t>
                      </a:r>
                      <a:endParaRPr lang="en-US" sz="10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1,33</a:t>
                      </a:r>
                      <a:endParaRPr lang="en-US" sz="10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1B2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</a:t>
                      </a:r>
                      <a:endParaRPr lang="en-US" sz="10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-0,28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2,61</a:t>
                      </a:r>
                      <a:endParaRPr lang="en-US" sz="1050" b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</a:t>
                      </a:r>
                      <a:endParaRPr lang="en-US" sz="10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1B2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</a:t>
                      </a:r>
                      <a:endParaRPr lang="en-US" sz="10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-0,27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-0,50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0,56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1B2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-0,30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-0,38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-0,17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-0,20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1B2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0,29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-1,77</a:t>
                      </a:r>
                      <a:endParaRPr lang="en-US" sz="1050" b="1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-0,64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1B2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-0,84</a:t>
                      </a:r>
                      <a:endParaRPr lang="en-US" sz="1050" b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-0,30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-0,22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-0,28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-1,00</a:t>
                      </a:r>
                      <a:endParaRPr lang="en-US" sz="1050" b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1B2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</a:t>
                      </a:r>
                      <a:endParaRPr lang="en-US" sz="10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-0,41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-0,31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2,16</a:t>
                      </a:r>
                      <a:endParaRPr lang="en-US" sz="1050" b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</a:t>
                      </a:r>
                      <a:endParaRPr lang="en-US" sz="1050" b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0,17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-0,20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2,43</a:t>
                      </a:r>
                      <a:endParaRPr lang="en-US" sz="1050" b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1B2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1,81</a:t>
                      </a:r>
                      <a:endParaRPr lang="en-US" sz="1050" b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-0,31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</a:t>
                      </a:r>
                      <a:endParaRPr lang="en-US" sz="1050" b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1B2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-0,82</a:t>
                      </a:r>
                      <a:endParaRPr lang="en-US" sz="10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1B2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-0,48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-0,19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-0,30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-0,64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-1,25</a:t>
                      </a:r>
                      <a:endParaRPr lang="en-US" sz="1050" b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-0,27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-0,76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1B2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</a:t>
                      </a:r>
                      <a:endParaRPr lang="en-US" sz="10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0,18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3,16</a:t>
                      </a:r>
                      <a:endParaRPr lang="en-US" sz="1050" b="1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-0,18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</a:t>
                      </a:r>
                      <a:endParaRPr lang="en-US" sz="10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0,13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-0,46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1B2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-0,22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-0,18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4,29</a:t>
                      </a:r>
                      <a:endParaRPr lang="en-US" sz="1050" b="1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-0,08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-0,62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1" name="Titel 1">
            <a:extLst>
              <a:ext uri="{FF2B5EF4-FFF2-40B4-BE49-F238E27FC236}">
                <a16:creationId xmlns:a16="http://schemas.microsoft.com/office/drawing/2014/main" id="{2883F8D1-02B9-6DD6-51C3-425A2E93A89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solidFill>
                  <a:schemeClr val="bg1"/>
                </a:solidFill>
                <a:ea typeface="Cambria" panose="02040503050406030204" pitchFamily="18" charset="0"/>
              </a:rPr>
              <a:t>Clustering Profile</a:t>
            </a: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45CC1C42-93CE-C977-EA5C-FDAA55530F53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chemeClr val="tx2">
                    <a:lumMod val="25000"/>
                    <a:lumOff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LAGESEGMENT</a:t>
            </a:r>
            <a:endParaRPr lang="en-US" sz="120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301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A126-8765-E159-0D16-915F9DE6B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F8246D65-7BEA-98C8-6A60-CCFC65B93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219" y="1535642"/>
            <a:ext cx="6922039" cy="4614692"/>
          </a:xfrm>
          <a:prstGeom prst="rect">
            <a:avLst/>
          </a:prstGeom>
        </p:spPr>
      </p:pic>
      <p:sp>
        <p:nvSpPr>
          <p:cNvPr id="19" name="Rechteck: eine Ecke abgerundet 18">
            <a:extLst>
              <a:ext uri="{FF2B5EF4-FFF2-40B4-BE49-F238E27FC236}">
                <a16:creationId xmlns:a16="http://schemas.microsoft.com/office/drawing/2014/main" id="{0A4574AD-D6B8-C824-00C4-46873C98935B}"/>
              </a:ext>
            </a:extLst>
          </p:cNvPr>
          <p:cNvSpPr/>
          <p:nvPr/>
        </p:nvSpPr>
        <p:spPr>
          <a:xfrm rot="5400000">
            <a:off x="2802194" y="-2802192"/>
            <a:ext cx="1484670" cy="7089058"/>
          </a:xfrm>
          <a:prstGeom prst="round1Rect">
            <a:avLst>
              <a:gd name="adj" fmla="val 338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1F4D733-AE37-2088-23D8-4AAD1040C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8C332E5-3AF3-5572-2FB1-001BC8F4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Sepehr </a:t>
            </a:r>
            <a:r>
              <a:rPr lang="de-DE" dirty="0" err="1"/>
              <a:t>Arjmandikia</a:t>
            </a:r>
            <a:r>
              <a:rPr lang="de-DE" dirty="0"/>
              <a:t> , Mayara Anastacio </a:t>
            </a:r>
            <a:r>
              <a:rPr lang="de-DE" dirty="0" err="1"/>
              <a:t>Matavela</a:t>
            </a:r>
            <a:r>
              <a:rPr lang="de-DE" dirty="0"/>
              <a:t>, </a:t>
            </a:r>
          </a:p>
          <a:p>
            <a:r>
              <a:rPr lang="de-DE" dirty="0"/>
              <a:t>Leo Bonitz  - DDM SS2026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B4D023-33D1-04BC-D1DC-22D5E8BB9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12</a:t>
            </a:fld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25FF038F-1F83-ACAA-BEAF-15F2F8B2B8C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solidFill>
                  <a:schemeClr val="bg1"/>
                </a:solidFill>
                <a:ea typeface="Cambria" panose="02040503050406030204" pitchFamily="18" charset="0"/>
              </a:rPr>
              <a:t>Clustering Profile</a:t>
            </a: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350D21F9-F270-0981-E235-B2D04563A87A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chemeClr val="tx2">
                    <a:lumMod val="25000"/>
                    <a:lumOff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LAGESEGMENT</a:t>
            </a:r>
            <a:endParaRPr lang="en-US" sz="120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38418CDB-9724-FEBD-48B4-A9D62F006A8F}"/>
              </a:ext>
            </a:extLst>
          </p:cNvPr>
          <p:cNvSpPr/>
          <p:nvPr/>
        </p:nvSpPr>
        <p:spPr>
          <a:xfrm>
            <a:off x="0" y="1494504"/>
            <a:ext cx="4757195" cy="4591663"/>
          </a:xfrm>
          <a:prstGeom prst="roundRect">
            <a:avLst>
              <a:gd name="adj" fmla="val 1839"/>
            </a:avLst>
          </a:prstGeom>
          <a:solidFill>
            <a:srgbClr val="E9F0F3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4EA850BE-B899-384C-2C6E-6AABDD3F8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3097" y="1828483"/>
            <a:ext cx="4242604" cy="402830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000" dirty="0"/>
              <a:t>Betrachtung der Attributausprägungen der Cluster</a:t>
            </a:r>
          </a:p>
          <a:p>
            <a:r>
              <a:rPr lang="de-DE" sz="2000" dirty="0"/>
              <a:t>Klare Trennung nicht immer Erkennbar / Überlappende Werte</a:t>
            </a:r>
          </a:p>
          <a:p>
            <a:r>
              <a:rPr lang="de-DE" sz="2000" dirty="0"/>
              <a:t>Mittelwerte zeigen unterschiedliche Trends zwischen Clustern</a:t>
            </a:r>
          </a:p>
          <a:p>
            <a:r>
              <a:rPr lang="de-DE" sz="2000" dirty="0"/>
              <a:t>Ähnliche Wertebereiche mit unterschiedlichen Ausprägungen</a:t>
            </a:r>
          </a:p>
          <a:p>
            <a:endParaRPr lang="de-DE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de-DE" sz="2000" i="1" dirty="0"/>
              <a:t>Segmentierung ergibt sich überwiegend aus der Kombination der Attribute</a:t>
            </a:r>
            <a:endParaRPr lang="de-DE" sz="1600" i="1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2229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43C17-DA2F-D75E-8EEE-FF117B6A3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13A937-CD9F-3079-6C6A-69EA15C19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/>
              <a:t>Vermarktung der Immobilien</a:t>
            </a:r>
          </a:p>
          <a:p>
            <a:r>
              <a:rPr lang="de-DE" dirty="0"/>
              <a:t>Region kann als Attraktiver Bestandteil der Immobilie präsentiert werden</a:t>
            </a:r>
          </a:p>
          <a:p>
            <a:r>
              <a:rPr lang="de-DE" dirty="0"/>
              <a:t>Anhand der Segmente Immobilien in Kategorien einteilen</a:t>
            </a:r>
          </a:p>
          <a:p>
            <a:pPr lvl="1"/>
            <a:r>
              <a:rPr lang="de-DE" dirty="0"/>
              <a:t>Meerblick, Große Grundstücke, Downtown, Ländlich, etc..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5F31AF-115F-1424-9576-2B53F2F44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C84169-E7B6-8CAF-2C26-1F4FFAE39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Sepehr </a:t>
            </a:r>
            <a:r>
              <a:rPr lang="de-DE" dirty="0" err="1"/>
              <a:t>Arjmandikia</a:t>
            </a:r>
            <a:r>
              <a:rPr lang="de-DE" dirty="0"/>
              <a:t> , Mayara Anastacio </a:t>
            </a:r>
            <a:r>
              <a:rPr lang="de-DE" dirty="0" err="1"/>
              <a:t>Matavela</a:t>
            </a:r>
            <a:r>
              <a:rPr lang="de-DE" dirty="0"/>
              <a:t>, </a:t>
            </a:r>
          </a:p>
          <a:p>
            <a:r>
              <a:rPr lang="de-DE" dirty="0"/>
              <a:t>Leo Bonitz  - DDM SS2026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587288-C764-B757-F5E8-796630D7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13</a:t>
            </a:fld>
            <a:endParaRPr lang="de-DE"/>
          </a:p>
        </p:txBody>
      </p:sp>
      <p:sp>
        <p:nvSpPr>
          <p:cNvPr id="8" name="Rechteck: eine Ecke abgerundet 7">
            <a:extLst>
              <a:ext uri="{FF2B5EF4-FFF2-40B4-BE49-F238E27FC236}">
                <a16:creationId xmlns:a16="http://schemas.microsoft.com/office/drawing/2014/main" id="{C9D68264-51B8-0CA4-CA05-95F1E3C616B5}"/>
              </a:ext>
            </a:extLst>
          </p:cNvPr>
          <p:cNvSpPr/>
          <p:nvPr/>
        </p:nvSpPr>
        <p:spPr>
          <a:xfrm rot="5400000">
            <a:off x="2802194" y="-2802192"/>
            <a:ext cx="1484670" cy="7089058"/>
          </a:xfrm>
          <a:prstGeom prst="round1Rect">
            <a:avLst>
              <a:gd name="adj" fmla="val 338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D4933FC9-596E-6965-1429-062804DCD77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solidFill>
                  <a:schemeClr val="bg1"/>
                </a:solidFill>
                <a:ea typeface="Cambria" panose="02040503050406030204" pitchFamily="18" charset="0"/>
              </a:rPr>
              <a:t>Schlussfolgerungen</a:t>
            </a: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6E4C3EC6-2ED8-02A4-8C83-1BF0C5A45387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chemeClr val="tx2">
                    <a:lumMod val="25000"/>
                    <a:lumOff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LAGESEGMENT</a:t>
            </a:r>
            <a:endParaRPr lang="en-US" sz="120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022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28CA81-83AA-8C85-AC8B-339D4EE9E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/>
              <a:t>Verwendung der Daten für Marketingkampagnen</a:t>
            </a:r>
          </a:p>
          <a:p>
            <a:r>
              <a:rPr lang="de-DE" dirty="0"/>
              <a:t>Erkennen von differenzierenden Merkmalen in Immobiliensegmenten</a:t>
            </a:r>
          </a:p>
          <a:p>
            <a:pPr lvl="1"/>
            <a:r>
              <a:rPr lang="de-DE" dirty="0"/>
              <a:t>Mögliche Anwendung verschiedener Marketingstrategien in Nachbarschaften auf Basis der Daten</a:t>
            </a:r>
          </a:p>
          <a:p>
            <a:pPr lvl="1"/>
            <a:r>
              <a:rPr lang="de-DE" dirty="0"/>
              <a:t>Bspw. Bauprojekte, Entwicklung, etc..</a:t>
            </a:r>
          </a:p>
          <a:p>
            <a:r>
              <a:rPr lang="de-DE" dirty="0"/>
              <a:t>Mögliche Erweiterung des Modells um weitere Features für genauere Differenzierung</a:t>
            </a:r>
          </a:p>
          <a:p>
            <a:pPr lvl="1"/>
            <a:r>
              <a:rPr lang="de-DE" dirty="0"/>
              <a:t>Implementierung über Python möglich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4535AD-70A8-A2DF-20D8-4A366D7F1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213EF0-989F-52F1-39A9-B73267AFF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Sepehr </a:t>
            </a:r>
            <a:r>
              <a:rPr lang="de-DE" dirty="0" err="1"/>
              <a:t>Arjmandikia</a:t>
            </a:r>
            <a:r>
              <a:rPr lang="de-DE" dirty="0"/>
              <a:t> , Mayara Anastacio </a:t>
            </a:r>
            <a:r>
              <a:rPr lang="de-DE" dirty="0" err="1"/>
              <a:t>Matavela</a:t>
            </a:r>
            <a:r>
              <a:rPr lang="de-DE" dirty="0"/>
              <a:t>, </a:t>
            </a:r>
          </a:p>
          <a:p>
            <a:r>
              <a:rPr lang="de-DE" dirty="0"/>
              <a:t>Leo Bonitz  - DDM SS2026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D767E8-0C42-0A51-1B34-05FA1203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14</a:t>
            </a:fld>
            <a:endParaRPr lang="de-DE"/>
          </a:p>
        </p:txBody>
      </p:sp>
      <p:sp>
        <p:nvSpPr>
          <p:cNvPr id="8" name="Rechteck: eine Ecke abgerundet 7">
            <a:extLst>
              <a:ext uri="{FF2B5EF4-FFF2-40B4-BE49-F238E27FC236}">
                <a16:creationId xmlns:a16="http://schemas.microsoft.com/office/drawing/2014/main" id="{C67FB87A-B0BE-BE62-C89C-B866F00285AF}"/>
              </a:ext>
            </a:extLst>
          </p:cNvPr>
          <p:cNvSpPr/>
          <p:nvPr/>
        </p:nvSpPr>
        <p:spPr>
          <a:xfrm rot="5400000">
            <a:off x="2802194" y="-2802192"/>
            <a:ext cx="1484670" cy="7089058"/>
          </a:xfrm>
          <a:prstGeom prst="round1Rect">
            <a:avLst>
              <a:gd name="adj" fmla="val 338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C79E8C38-05A2-A516-3F03-C9F2AF8FAB6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solidFill>
                  <a:schemeClr val="bg1"/>
                </a:solidFill>
                <a:ea typeface="Cambria" panose="02040503050406030204" pitchFamily="18" charset="0"/>
              </a:rPr>
              <a:t>Schlussfolgerungen</a:t>
            </a: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8F448A09-B662-8E7C-F81A-A497221242B3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chemeClr val="tx2">
                    <a:lumMod val="25000"/>
                    <a:lumOff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LAGESEGMENT</a:t>
            </a:r>
            <a:endParaRPr lang="en-US" sz="120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342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F611C-CFB7-EA04-E8AB-72F7E68BF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DA11B495-9F5D-3B6C-9998-7F7BE2ECBEC3}"/>
              </a:ext>
            </a:extLst>
          </p:cNvPr>
          <p:cNvSpPr/>
          <p:nvPr/>
        </p:nvSpPr>
        <p:spPr>
          <a:xfrm>
            <a:off x="8932678" y="2821858"/>
            <a:ext cx="2932471" cy="1543665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CCAC97-1E48-FD02-329F-D8A304F7E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519419"/>
            <a:ext cx="8776172" cy="4202956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B6E364-ABB7-D091-58B5-4255F5CC0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BB2721-43E6-BE36-A99B-23A5F1BF5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Sepehr </a:t>
            </a:r>
            <a:r>
              <a:rPr lang="de-DE" dirty="0" err="1"/>
              <a:t>Arjmandikia</a:t>
            </a:r>
            <a:r>
              <a:rPr lang="de-DE" dirty="0"/>
              <a:t> , Mayara Anastacio </a:t>
            </a:r>
            <a:r>
              <a:rPr lang="de-DE" dirty="0" err="1"/>
              <a:t>Matavela</a:t>
            </a:r>
            <a:r>
              <a:rPr lang="de-DE" dirty="0"/>
              <a:t>, </a:t>
            </a:r>
          </a:p>
          <a:p>
            <a:r>
              <a:rPr lang="de-DE" dirty="0"/>
              <a:t>Leo Bonitz  - DDM SS2026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3EBD86-B039-4ACF-A5BA-9F08A21C0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15</a:t>
            </a:fld>
            <a:endParaRPr lang="de-DE"/>
          </a:p>
        </p:txBody>
      </p:sp>
      <p:sp>
        <p:nvSpPr>
          <p:cNvPr id="8" name="Rechteck: eine Ecke abgerundet 7">
            <a:extLst>
              <a:ext uri="{FF2B5EF4-FFF2-40B4-BE49-F238E27FC236}">
                <a16:creationId xmlns:a16="http://schemas.microsoft.com/office/drawing/2014/main" id="{F6F58880-FC51-A922-BEAC-50B791AAD19D}"/>
              </a:ext>
            </a:extLst>
          </p:cNvPr>
          <p:cNvSpPr/>
          <p:nvPr/>
        </p:nvSpPr>
        <p:spPr>
          <a:xfrm rot="5400000">
            <a:off x="2802194" y="-2802192"/>
            <a:ext cx="1484670" cy="7089058"/>
          </a:xfrm>
          <a:prstGeom prst="round1Rect">
            <a:avLst>
              <a:gd name="adj" fmla="val 338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4298FBF-851F-45DF-D44F-6F8D2B3E5E9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>
                <a:solidFill>
                  <a:schemeClr val="bg1"/>
                </a:solidFill>
                <a:ea typeface="Cambria" panose="02040503050406030204" pitchFamily="18" charset="0"/>
              </a:rPr>
              <a:t>Schlussfolgerungen</a:t>
            </a: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82ACE1F4-514C-94CA-AE04-B5DFAA5C7F08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chemeClr val="tx2">
                    <a:lumMod val="25000"/>
                    <a:lumOff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LAGESEGMENT</a:t>
            </a:r>
            <a:endParaRPr lang="en-US" sz="120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88B69-1B40-79E1-8A69-692CDE88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2678" y="2988343"/>
            <a:ext cx="2932471" cy="16573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de-DE" sz="2000" b="1" dirty="0"/>
              <a:t>Zwischen teuerstem und günstigstem Segment liegt Faktor 3,4.</a:t>
            </a:r>
          </a:p>
        </p:txBody>
      </p:sp>
    </p:spTree>
    <p:extLst>
      <p:ext uri="{BB962C8B-B14F-4D97-AF65-F5344CB8AC3E}">
        <p14:creationId xmlns:p14="http://schemas.microsoft.com/office/powerpoint/2010/main" val="912182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BA2F6-4F0D-5C37-ACE7-471BD4EF4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73B5C5-432E-81B9-4619-2AEFBB053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14397D-6FF0-EF59-EA1D-00541431E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Sepehr </a:t>
            </a:r>
            <a:r>
              <a:rPr lang="de-DE" err="1"/>
              <a:t>Arjmandikia</a:t>
            </a:r>
            <a:r>
              <a:rPr lang="de-DE"/>
              <a:t> , Mayara Anastacio </a:t>
            </a:r>
            <a:r>
              <a:rPr lang="de-DE" err="1"/>
              <a:t>Matavela</a:t>
            </a:r>
            <a:r>
              <a:rPr lang="de-DE"/>
              <a:t>, </a:t>
            </a:r>
          </a:p>
          <a:p>
            <a:r>
              <a:rPr lang="de-DE"/>
              <a:t>Leo Bonitz  - DDM SS2026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88B454-5217-A659-0D2B-C048A648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16</a:t>
            </a:fld>
            <a:endParaRPr lang="de-DE"/>
          </a:p>
        </p:txBody>
      </p:sp>
      <p:sp>
        <p:nvSpPr>
          <p:cNvPr id="8" name="Rechteck: eine Ecke abgerundet 7">
            <a:extLst>
              <a:ext uri="{FF2B5EF4-FFF2-40B4-BE49-F238E27FC236}">
                <a16:creationId xmlns:a16="http://schemas.microsoft.com/office/drawing/2014/main" id="{36F4905E-2451-7055-9F64-2FCFB985D558}"/>
              </a:ext>
            </a:extLst>
          </p:cNvPr>
          <p:cNvSpPr/>
          <p:nvPr/>
        </p:nvSpPr>
        <p:spPr>
          <a:xfrm rot="5400000">
            <a:off x="2802194" y="-2802192"/>
            <a:ext cx="1484670" cy="7089058"/>
          </a:xfrm>
          <a:prstGeom prst="round1Rect">
            <a:avLst>
              <a:gd name="adj" fmla="val 338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0B01605-BCC9-A50F-7B54-C1B48DE692A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>
                <a:solidFill>
                  <a:schemeClr val="bg1"/>
                </a:solidFill>
                <a:ea typeface="Cambria" panose="02040503050406030204" pitchFamily="18" charset="0"/>
              </a:rPr>
              <a:t>Schlussfolgerungen</a:t>
            </a: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5DE1D257-DD4E-E63C-251A-64ECA793DA4F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chemeClr val="tx2">
                    <a:lumMod val="25000"/>
                    <a:lumOff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LAGESEGMENT</a:t>
            </a:r>
            <a:endParaRPr lang="en-US" sz="120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F004C-8EA8-7D9D-0B6A-DF3B72157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0600" y="1737696"/>
            <a:ext cx="3581400" cy="2637733"/>
          </a:xfrm>
        </p:spPr>
        <p:txBody>
          <a:bodyPr>
            <a:normAutofit/>
          </a:bodyPr>
          <a:lstStyle/>
          <a:p>
            <a:r>
              <a:rPr lang="de-DE" sz="2000"/>
              <a:t>Beide wohnen weit vom Bahnhof — aber der eine hat es sich ausgesucht, der andere nicht.</a:t>
            </a:r>
          </a:p>
          <a:p>
            <a:endParaRPr lang="de-DE" sz="2000"/>
          </a:p>
          <a:p>
            <a:r>
              <a:rPr lang="de-DE" sz="2000"/>
              <a:t>Gleiche Adresse, gegensätzliche Käufer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F552D9-5981-4205-9CA2-B926E2733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159" y="1531680"/>
            <a:ext cx="4171887" cy="4104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86A817-3D92-540E-B670-413525EEB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9200" y="1531680"/>
            <a:ext cx="4780320" cy="41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858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8933B-A357-110B-09CC-F5622A9DB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C98E0F-3643-9F66-7F85-F1321BE0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3CD6C4-64C3-1512-3821-0A395D75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Sepehr </a:t>
            </a:r>
            <a:r>
              <a:rPr lang="de-DE" err="1"/>
              <a:t>Arjmandikia</a:t>
            </a:r>
            <a:r>
              <a:rPr lang="de-DE"/>
              <a:t> , Mayara Anastacio </a:t>
            </a:r>
            <a:r>
              <a:rPr lang="de-DE" err="1"/>
              <a:t>Matavela</a:t>
            </a:r>
            <a:r>
              <a:rPr lang="de-DE"/>
              <a:t>, </a:t>
            </a:r>
          </a:p>
          <a:p>
            <a:r>
              <a:rPr lang="de-DE"/>
              <a:t>Leo Bonitz  - DDM SS2026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91E7F2-9BEF-4489-AD52-A0BBF2258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17</a:t>
            </a:fld>
            <a:endParaRPr lang="de-DE"/>
          </a:p>
        </p:txBody>
      </p:sp>
      <p:sp>
        <p:nvSpPr>
          <p:cNvPr id="8" name="Rechteck: eine Ecke abgerundet 7">
            <a:extLst>
              <a:ext uri="{FF2B5EF4-FFF2-40B4-BE49-F238E27FC236}">
                <a16:creationId xmlns:a16="http://schemas.microsoft.com/office/drawing/2014/main" id="{E2F96275-521E-1708-A4DE-A5D0830D1772}"/>
              </a:ext>
            </a:extLst>
          </p:cNvPr>
          <p:cNvSpPr/>
          <p:nvPr/>
        </p:nvSpPr>
        <p:spPr>
          <a:xfrm rot="5400000">
            <a:off x="2802194" y="-2802192"/>
            <a:ext cx="1484670" cy="7089058"/>
          </a:xfrm>
          <a:prstGeom prst="round1Rect">
            <a:avLst>
              <a:gd name="adj" fmla="val 338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5E31A3AC-3775-5808-3A0B-514BD6B9C7A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>
                <a:solidFill>
                  <a:schemeClr val="bg1"/>
                </a:solidFill>
                <a:ea typeface="Cambria" panose="02040503050406030204" pitchFamily="18" charset="0"/>
              </a:rPr>
              <a:t>Schlussfolgerungen</a:t>
            </a: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0D829A1A-45D8-0976-B463-2B5626156287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chemeClr val="tx2">
                    <a:lumMod val="25000"/>
                    <a:lumOff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LAGESEGMENT</a:t>
            </a:r>
            <a:endParaRPr lang="en-US" sz="120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73094-1E1D-3BD9-5F76-AD57491F2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6052" y="2080167"/>
            <a:ext cx="4264742" cy="2637733"/>
          </a:xfrm>
        </p:spPr>
        <p:txBody>
          <a:bodyPr>
            <a:normAutofit/>
          </a:bodyPr>
          <a:lstStyle/>
          <a:p>
            <a:r>
              <a:rPr lang="de-DE" sz="2000"/>
              <a:t>Das ärmste Gebiet ist nicht das günstigste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5258EE-AB6A-1416-03D1-F079D339D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8" y="1629862"/>
            <a:ext cx="7380000" cy="347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214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285A9A-04D9-42D2-2D97-07B4D0CC8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Das Modell basiert auf zeitbezogenen Daten von 2014/2015 &amp; betrachtet nur Daten in der Region King County</a:t>
            </a:r>
          </a:p>
          <a:p>
            <a:pPr lvl="1"/>
            <a:r>
              <a:rPr lang="de-DE" dirty="0"/>
              <a:t>Aktualisierung für King County mit neuen Daten möglich. (Größtenteils frei zugänglich)</a:t>
            </a:r>
          </a:p>
          <a:p>
            <a:pPr lvl="1"/>
            <a:r>
              <a:rPr lang="de-DE" dirty="0"/>
              <a:t>Bei Zuverlässig Quellen könnten Daten dynamisch aktualisiert werden </a:t>
            </a:r>
          </a:p>
          <a:p>
            <a:r>
              <a:rPr lang="de-DE" dirty="0"/>
              <a:t>Beschreibt eine Segmentierung auf numerischen Werten</a:t>
            </a:r>
          </a:p>
          <a:p>
            <a:pPr lvl="1"/>
            <a:r>
              <a:rPr lang="de-DE" dirty="0"/>
              <a:t>Berücksichtigung sozialer Faktoren und genaueres Verständnis der Regionen müssten aus anderen Quellen hinzugezogen werden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F41F60-AE46-D9A6-DF42-5921E98C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E280DB-24C2-23F0-0044-C34E6FA8E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Sepehr </a:t>
            </a:r>
            <a:r>
              <a:rPr lang="de-DE" dirty="0" err="1"/>
              <a:t>Arjmandikia</a:t>
            </a:r>
            <a:r>
              <a:rPr lang="de-DE" dirty="0"/>
              <a:t> , Mayara Anastacio </a:t>
            </a:r>
            <a:r>
              <a:rPr lang="de-DE" dirty="0" err="1"/>
              <a:t>Matavela</a:t>
            </a:r>
            <a:r>
              <a:rPr lang="de-DE" dirty="0"/>
              <a:t>, </a:t>
            </a:r>
          </a:p>
          <a:p>
            <a:r>
              <a:rPr lang="de-DE" dirty="0"/>
              <a:t>Leo Bonitz  - DDM SS2026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2B79D9-FEE5-852F-F4CF-0F30E964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18</a:t>
            </a:fld>
            <a:endParaRPr lang="de-DE"/>
          </a:p>
        </p:txBody>
      </p:sp>
      <p:sp>
        <p:nvSpPr>
          <p:cNvPr id="26" name="Rechteck: eine Ecke abgerundet 25">
            <a:extLst>
              <a:ext uri="{FF2B5EF4-FFF2-40B4-BE49-F238E27FC236}">
                <a16:creationId xmlns:a16="http://schemas.microsoft.com/office/drawing/2014/main" id="{F1C8A7E0-C12C-93FD-C1FD-A1636DE4CAC6}"/>
              </a:ext>
            </a:extLst>
          </p:cNvPr>
          <p:cNvSpPr/>
          <p:nvPr/>
        </p:nvSpPr>
        <p:spPr>
          <a:xfrm rot="5400000">
            <a:off x="2802194" y="-2802192"/>
            <a:ext cx="1484670" cy="7089058"/>
          </a:xfrm>
          <a:prstGeom prst="round1Rect">
            <a:avLst>
              <a:gd name="adj" fmla="val 338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itel 1">
            <a:extLst>
              <a:ext uri="{FF2B5EF4-FFF2-40B4-BE49-F238E27FC236}">
                <a16:creationId xmlns:a16="http://schemas.microsoft.com/office/drawing/2014/main" id="{0F34883F-8B23-1126-5D32-8B7E9B7819F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solidFill>
                  <a:schemeClr val="bg1"/>
                </a:solidFill>
                <a:ea typeface="Cambria" panose="02040503050406030204" pitchFamily="18" charset="0"/>
              </a:rPr>
              <a:t>Gültigkeit</a:t>
            </a:r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E9AD885D-3AC4-1297-7726-98FEC02E0930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chemeClr val="tx2">
                    <a:lumMod val="25000"/>
                    <a:lumOff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LAGESEGMENT</a:t>
            </a:r>
            <a:endParaRPr lang="en-US" sz="120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20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4C864-A5F5-D757-7672-1D875E78B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6017BA-9C14-4E3F-EDBB-EE7EBF471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Verschiedene Lagesegmente konnten gebildet und analysiert werden</a:t>
            </a:r>
          </a:p>
          <a:p>
            <a:r>
              <a:rPr lang="de-DE" dirty="0"/>
              <a:t>Das Modell wirkt als nützliches Werkzeug für die Marktforschung</a:t>
            </a:r>
          </a:p>
          <a:p>
            <a:pPr lvl="1"/>
            <a:r>
              <a:rPr lang="de-DE" dirty="0"/>
              <a:t>Betrachtung regionaler und physischer Unterschiede</a:t>
            </a:r>
          </a:p>
          <a:p>
            <a:pPr lvl="1"/>
            <a:r>
              <a:rPr lang="de-DE" dirty="0"/>
              <a:t>Dynamische Informationsquelle</a:t>
            </a:r>
          </a:p>
          <a:p>
            <a:pPr lvl="1"/>
            <a:r>
              <a:rPr lang="de-DE" dirty="0"/>
              <a:t>Untersuchung der Preisverteilung innerhalb Nachbarschaften möglich</a:t>
            </a:r>
          </a:p>
          <a:p>
            <a:r>
              <a:rPr lang="de-DE" dirty="0"/>
              <a:t>Unterstützung im Business-Prozess des Marketings ist gegeben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Betrachtete Daten sind aktuell begrenzt auf Raum King County, Modell kann jedoch mit anderen Daten aktualisiert oder wiederverwendet werden</a:t>
            </a:r>
          </a:p>
          <a:p>
            <a:pPr lvl="1"/>
            <a:r>
              <a:rPr lang="de-DE" dirty="0"/>
              <a:t>Grundstruktur nützlich für das auskundschaften neuer Gebiete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0ECC8C-EFA4-FA9D-4CA3-6BF3256D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23A6C1-3403-D66A-F914-DD6F64FB8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Sepehr </a:t>
            </a:r>
            <a:r>
              <a:rPr lang="de-DE" dirty="0" err="1"/>
              <a:t>Arjmandikia</a:t>
            </a:r>
            <a:r>
              <a:rPr lang="de-DE" dirty="0"/>
              <a:t> , Mayara Anastacio </a:t>
            </a:r>
            <a:r>
              <a:rPr lang="de-DE" dirty="0" err="1"/>
              <a:t>Matavela</a:t>
            </a:r>
            <a:r>
              <a:rPr lang="de-DE" dirty="0"/>
              <a:t>, </a:t>
            </a:r>
          </a:p>
          <a:p>
            <a:r>
              <a:rPr lang="de-DE" dirty="0"/>
              <a:t>Leo Bonitz  - DDM SS2026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1787BC-650E-B46E-8EB1-56BB301B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6740E-0889-4D9D-BCDF-167DBFEF5971}" type="slidenum">
              <a:rPr lang="de-DE" smtClean="0"/>
              <a:t>19</a:t>
            </a:fld>
            <a:endParaRPr lang="de-DE"/>
          </a:p>
        </p:txBody>
      </p:sp>
      <p:sp>
        <p:nvSpPr>
          <p:cNvPr id="26" name="Rechteck: eine Ecke abgerundet 25">
            <a:extLst>
              <a:ext uri="{FF2B5EF4-FFF2-40B4-BE49-F238E27FC236}">
                <a16:creationId xmlns:a16="http://schemas.microsoft.com/office/drawing/2014/main" id="{BFB9B04F-A2E8-45C8-CF7F-DF33E485B503}"/>
              </a:ext>
            </a:extLst>
          </p:cNvPr>
          <p:cNvSpPr/>
          <p:nvPr/>
        </p:nvSpPr>
        <p:spPr>
          <a:xfrm rot="5400000">
            <a:off x="2802194" y="-2802192"/>
            <a:ext cx="1484670" cy="7089058"/>
          </a:xfrm>
          <a:prstGeom prst="round1Rect">
            <a:avLst>
              <a:gd name="adj" fmla="val 3387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itel 1">
            <a:extLst>
              <a:ext uri="{FF2B5EF4-FFF2-40B4-BE49-F238E27FC236}">
                <a16:creationId xmlns:a16="http://schemas.microsoft.com/office/drawing/2014/main" id="{93B85EE0-0979-38DE-2B6D-52F968DA890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solidFill>
                  <a:schemeClr val="bg1"/>
                </a:solidFill>
                <a:ea typeface="Cambria" panose="02040503050406030204" pitchFamily="18" charset="0"/>
              </a:rPr>
              <a:t>Fazit</a:t>
            </a:r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21BAC76B-784F-122A-83BE-52398BD96D33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chemeClr val="tx2">
                    <a:lumMod val="25000"/>
                    <a:lumOff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LAGESEGMENT</a:t>
            </a:r>
            <a:endParaRPr lang="en-US" sz="120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737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7591858-3AA2-5DDA-2348-7E22A5AB7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Vielen</a:t>
            </a: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Dank für </a:t>
            </a:r>
            <a:r>
              <a:rPr lang="en-US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Ihre</a:t>
            </a: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Aufmerksamkeit</a:t>
            </a:r>
            <a:endParaRPr lang="en-US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73B63F-818A-D832-5109-EA4925906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Sepehr Arjmandikia , Mayara Anastacio Matavela, Leo Bonitz  - DDM Sose2026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B4A12A-6AEC-A18E-69BF-EB5D6D6587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sz="1100">
                <a:solidFill>
                  <a:srgbClr val="FFFFFF"/>
                </a:solidFill>
              </a:rPr>
              <a:t>21.07.2026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059367-FB99-588C-75E3-A4C95F77C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0C6740E-0889-4D9D-BCDF-167DBFEF5971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648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33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E2841"/>
      </a:accent1>
      <a:accent2>
        <a:srgbClr val="DC6206"/>
      </a:accent2>
      <a:accent3>
        <a:srgbClr val="196B24"/>
      </a:accent3>
      <a:accent4>
        <a:srgbClr val="0F9ED5"/>
      </a:accent4>
      <a:accent5>
        <a:srgbClr val="B81414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7d5f6db-2020-4dd1-839e-dd3b12f21fc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DCCA0D83D257042BF0086172E1E0008" ma:contentTypeVersion="9" ma:contentTypeDescription="Ein neues Dokument erstellen." ma:contentTypeScope="" ma:versionID="70be1521a6d0a9e7c9bb2f4b9d720193">
  <xsd:schema xmlns:xsd="http://www.w3.org/2001/XMLSchema" xmlns:xs="http://www.w3.org/2001/XMLSchema" xmlns:p="http://schemas.microsoft.com/office/2006/metadata/properties" xmlns:ns3="77d5f6db-2020-4dd1-839e-dd3b12f21fc0" xmlns:ns4="9ca61c1c-2458-4f35-8c21-8c86c24e8ed1" targetNamespace="http://schemas.microsoft.com/office/2006/metadata/properties" ma:root="true" ma:fieldsID="74cde0bffa8a04426eb36a6cdcf3295c" ns3:_="" ns4:_="">
    <xsd:import namespace="77d5f6db-2020-4dd1-839e-dd3b12f21fc0"/>
    <xsd:import namespace="9ca61c1c-2458-4f35-8c21-8c86c24e8ed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d5f6db-2020-4dd1-839e-dd3b12f21f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a61c1c-2458-4f35-8c21-8c86c24e8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3EAFFF-E745-4143-AA6C-75E7746651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F3F7B5-9544-400A-ABC1-8EA937F25A61}">
  <ds:schemaRefs>
    <ds:schemaRef ds:uri="9ca61c1c-2458-4f35-8c21-8c86c24e8ed1"/>
    <ds:schemaRef ds:uri="http://www.w3.org/XML/1998/namespace"/>
    <ds:schemaRef ds:uri="http://schemas.microsoft.com/office/2006/documentManagement/types"/>
    <ds:schemaRef ds:uri="http://purl.org/dc/dcmitype/"/>
    <ds:schemaRef ds:uri="77d5f6db-2020-4dd1-839e-dd3b12f21fc0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4EBB39B-70FD-4109-BBC9-ED790297BF67}">
  <ds:schemaRefs>
    <ds:schemaRef ds:uri="77d5f6db-2020-4dd1-839e-dd3b12f21fc0"/>
    <ds:schemaRef ds:uri="9ca61c1c-2458-4f35-8c21-8c86c24e8ed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1500</Words>
  <Application>Microsoft Office PowerPoint</Application>
  <PresentationFormat>Breitbild</PresentationFormat>
  <Paragraphs>411</Paragraphs>
  <Slides>20</Slides>
  <Notes>19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Cambria</vt:lpstr>
      <vt:lpstr>Wingdings</vt:lpstr>
      <vt:lpstr>Office</vt:lpstr>
      <vt:lpstr>PowerPoint-Präsentation</vt:lpstr>
      <vt:lpstr>Gliederung</vt:lpstr>
      <vt:lpstr>Problemstellung</vt:lpstr>
      <vt:lpstr>Hypothesen</vt:lpstr>
      <vt:lpstr>PowerPoint-Präsentation</vt:lpstr>
      <vt:lpstr>PowerPoint-Präsentation</vt:lpstr>
      <vt:lpstr>PowerPoint-Präsentation</vt:lpstr>
      <vt:lpstr>Datensatz</vt:lpstr>
      <vt:lpstr>Datensatz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Vielen Dank für Ihre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Simon Bonitz (lbonitz)</dc:creator>
  <cp:lastModifiedBy>Leo Simon Bonitz (lbonitz)</cp:lastModifiedBy>
  <cp:revision>1</cp:revision>
  <dcterms:created xsi:type="dcterms:W3CDTF">2026-07-14T09:31:17Z</dcterms:created>
  <dcterms:modified xsi:type="dcterms:W3CDTF">2026-07-20T21:55:26Z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0x0101002DCCA0D83D257042BF0086172E1E0008</vt:lpwstr>
  </property>
</Properties>
</file>